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71" r:id="rId2"/>
    <p:sldId id="257" r:id="rId3"/>
    <p:sldId id="258" r:id="rId4"/>
    <p:sldId id="259" r:id="rId5"/>
    <p:sldId id="260" r:id="rId6"/>
    <p:sldId id="275" r:id="rId7"/>
    <p:sldId id="262" r:id="rId8"/>
    <p:sldId id="263" r:id="rId9"/>
    <p:sldId id="274" r:id="rId10"/>
    <p:sldId id="265" r:id="rId11"/>
    <p:sldId id="279" r:id="rId12"/>
    <p:sldId id="277" r:id="rId13"/>
    <p:sldId id="281" r:id="rId14"/>
    <p:sldId id="282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280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DFC23AD-4EAD-4020-9729-916E36BD61D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4B2D6D8-7265-49F4-BBEC-0053A8C1D123}">
      <dgm:prSet/>
      <dgm:spPr/>
      <dgm:t>
        <a:bodyPr/>
        <a:lstStyle/>
        <a:p>
          <a:r>
            <a:rPr lang="pt-PT"/>
            <a:t>Levantamento de requisitos (FURPS+)</a:t>
          </a:r>
          <a:endParaRPr lang="en-US"/>
        </a:p>
      </dgm:t>
    </dgm:pt>
    <dgm:pt modelId="{B2E8E74D-13F0-47B3-9F25-60D29DE5EA36}" type="parTrans" cxnId="{25D3960A-7056-49DB-85EE-7043A96FFCC1}">
      <dgm:prSet/>
      <dgm:spPr/>
      <dgm:t>
        <a:bodyPr/>
        <a:lstStyle/>
        <a:p>
          <a:endParaRPr lang="en-US"/>
        </a:p>
      </dgm:t>
    </dgm:pt>
    <dgm:pt modelId="{E46FA29C-298C-4656-8476-387C6747BB5A}" type="sibTrans" cxnId="{25D3960A-7056-49DB-85EE-7043A96FFCC1}">
      <dgm:prSet/>
      <dgm:spPr/>
      <dgm:t>
        <a:bodyPr/>
        <a:lstStyle/>
        <a:p>
          <a:endParaRPr lang="en-US"/>
        </a:p>
      </dgm:t>
    </dgm:pt>
    <dgm:pt modelId="{800261C6-C48E-492F-94D1-9BC11E5BA902}">
      <dgm:prSet/>
      <dgm:spPr/>
      <dgm:t>
        <a:bodyPr/>
        <a:lstStyle/>
        <a:p>
          <a:r>
            <a:rPr lang="pt-PT"/>
            <a:t>Atualização do Diagrama de Use Cases</a:t>
          </a:r>
          <a:endParaRPr lang="en-US"/>
        </a:p>
      </dgm:t>
    </dgm:pt>
    <dgm:pt modelId="{CB533514-F489-426B-B081-DEE274D97F1D}" type="parTrans" cxnId="{66685DCF-DF19-4E1B-852D-3F781793149D}">
      <dgm:prSet/>
      <dgm:spPr/>
      <dgm:t>
        <a:bodyPr/>
        <a:lstStyle/>
        <a:p>
          <a:endParaRPr lang="en-US"/>
        </a:p>
      </dgm:t>
    </dgm:pt>
    <dgm:pt modelId="{FB1A1E45-D97D-4CA8-8981-BC011FD9A5A5}" type="sibTrans" cxnId="{66685DCF-DF19-4E1B-852D-3F781793149D}">
      <dgm:prSet/>
      <dgm:spPr/>
      <dgm:t>
        <a:bodyPr/>
        <a:lstStyle/>
        <a:p>
          <a:endParaRPr lang="en-US"/>
        </a:p>
      </dgm:t>
    </dgm:pt>
    <dgm:pt modelId="{9F60777A-B80E-4E27-B1E4-7BEC821E2AA2}">
      <dgm:prSet/>
      <dgm:spPr/>
      <dgm:t>
        <a:bodyPr/>
        <a:lstStyle/>
        <a:p>
          <a:r>
            <a:rPr lang="pt-PT"/>
            <a:t>Cenário UC Executar Simulação</a:t>
          </a:r>
          <a:endParaRPr lang="en-US"/>
        </a:p>
      </dgm:t>
    </dgm:pt>
    <dgm:pt modelId="{2C0A3350-B4BD-4F26-AC11-F4A530D231AB}" type="parTrans" cxnId="{7C2E255F-0FC3-478B-88B4-612925F9C450}">
      <dgm:prSet/>
      <dgm:spPr/>
      <dgm:t>
        <a:bodyPr/>
        <a:lstStyle/>
        <a:p>
          <a:endParaRPr lang="en-US"/>
        </a:p>
      </dgm:t>
    </dgm:pt>
    <dgm:pt modelId="{DD5A1B67-EB13-4025-B644-792B474DE821}" type="sibTrans" cxnId="{7C2E255F-0FC3-478B-88B4-612925F9C450}">
      <dgm:prSet/>
      <dgm:spPr/>
      <dgm:t>
        <a:bodyPr/>
        <a:lstStyle/>
        <a:p>
          <a:endParaRPr lang="en-US"/>
        </a:p>
      </dgm:t>
    </dgm:pt>
    <dgm:pt modelId="{4168971D-3AB3-471C-90FC-036647C653F5}">
      <dgm:prSet/>
      <dgm:spPr/>
      <dgm:t>
        <a:bodyPr/>
        <a:lstStyle/>
        <a:p>
          <a:r>
            <a:rPr lang="pt-PT"/>
            <a:t>Fluxograma do UC</a:t>
          </a:r>
          <a:endParaRPr lang="en-US"/>
        </a:p>
      </dgm:t>
    </dgm:pt>
    <dgm:pt modelId="{0B010C4F-394B-41A5-A5EE-A9118F1B77C4}" type="parTrans" cxnId="{DB56B675-17BD-44EE-B93A-7594BF247246}">
      <dgm:prSet/>
      <dgm:spPr/>
      <dgm:t>
        <a:bodyPr/>
        <a:lstStyle/>
        <a:p>
          <a:endParaRPr lang="en-US"/>
        </a:p>
      </dgm:t>
    </dgm:pt>
    <dgm:pt modelId="{F405DF9A-D204-4171-AE22-9A80239880B6}" type="sibTrans" cxnId="{DB56B675-17BD-44EE-B93A-7594BF247246}">
      <dgm:prSet/>
      <dgm:spPr/>
      <dgm:t>
        <a:bodyPr/>
        <a:lstStyle/>
        <a:p>
          <a:endParaRPr lang="en-US"/>
        </a:p>
      </dgm:t>
    </dgm:pt>
    <dgm:pt modelId="{24E0F971-9D90-4E7E-9A1E-DF5A78A53903}">
      <dgm:prSet/>
      <dgm:spPr/>
      <dgm:t>
        <a:bodyPr/>
        <a:lstStyle/>
        <a:p>
          <a:r>
            <a:rPr lang="pt-PT"/>
            <a:t>Repositório GitHub</a:t>
          </a:r>
          <a:endParaRPr lang="en-US"/>
        </a:p>
      </dgm:t>
    </dgm:pt>
    <dgm:pt modelId="{74B1DB10-224D-4874-AA53-32CC0CA02B2A}" type="parTrans" cxnId="{88FF2586-1EB5-4CBD-86CE-3163B8DACA6D}">
      <dgm:prSet/>
      <dgm:spPr/>
      <dgm:t>
        <a:bodyPr/>
        <a:lstStyle/>
        <a:p>
          <a:endParaRPr lang="en-US"/>
        </a:p>
      </dgm:t>
    </dgm:pt>
    <dgm:pt modelId="{0CBA1F4F-6DB9-4F61-8155-B2E06CC26231}" type="sibTrans" cxnId="{88FF2586-1EB5-4CBD-86CE-3163B8DACA6D}">
      <dgm:prSet/>
      <dgm:spPr/>
      <dgm:t>
        <a:bodyPr/>
        <a:lstStyle/>
        <a:p>
          <a:endParaRPr lang="en-US"/>
        </a:p>
      </dgm:t>
    </dgm:pt>
    <dgm:pt modelId="{2AF50F8D-55F2-4E13-9DFA-3DD4184CA688}">
      <dgm:prSet/>
      <dgm:spPr/>
      <dgm:t>
        <a:bodyPr/>
        <a:lstStyle/>
        <a:p>
          <a:r>
            <a:rPr lang="pt-PT"/>
            <a:t>Modelo Relacional</a:t>
          </a:r>
          <a:endParaRPr lang="en-US"/>
        </a:p>
      </dgm:t>
    </dgm:pt>
    <dgm:pt modelId="{64BD0156-A585-4D4B-8270-7514525BAF22}" type="parTrans" cxnId="{B901E9C5-9CD2-4654-A8B4-7F91AF451C5C}">
      <dgm:prSet/>
      <dgm:spPr/>
      <dgm:t>
        <a:bodyPr/>
        <a:lstStyle/>
        <a:p>
          <a:endParaRPr lang="en-US"/>
        </a:p>
      </dgm:t>
    </dgm:pt>
    <dgm:pt modelId="{555C9664-E2B3-4D08-A988-AFC43640C618}" type="sibTrans" cxnId="{B901E9C5-9CD2-4654-A8B4-7F91AF451C5C}">
      <dgm:prSet/>
      <dgm:spPr/>
      <dgm:t>
        <a:bodyPr/>
        <a:lstStyle/>
        <a:p>
          <a:endParaRPr lang="en-US"/>
        </a:p>
      </dgm:t>
    </dgm:pt>
    <dgm:pt modelId="{E7723195-9F9E-4D7C-B4F7-B43CFE1A0EEC}">
      <dgm:prSet/>
      <dgm:spPr/>
      <dgm:t>
        <a:bodyPr/>
        <a:lstStyle/>
        <a:p>
          <a:r>
            <a:rPr lang="pt-PT"/>
            <a:t>Modelo de Domínio</a:t>
          </a:r>
          <a:endParaRPr lang="en-US"/>
        </a:p>
      </dgm:t>
    </dgm:pt>
    <dgm:pt modelId="{12840447-8D98-4CB9-95B8-0765BA33A3A2}" type="parTrans" cxnId="{E2C1FF85-DDB7-4069-9545-745709371937}">
      <dgm:prSet/>
      <dgm:spPr/>
      <dgm:t>
        <a:bodyPr/>
        <a:lstStyle/>
        <a:p>
          <a:endParaRPr lang="en-US"/>
        </a:p>
      </dgm:t>
    </dgm:pt>
    <dgm:pt modelId="{10B4D821-7AC0-480E-A68C-DDC888006047}" type="sibTrans" cxnId="{E2C1FF85-DDB7-4069-9545-745709371937}">
      <dgm:prSet/>
      <dgm:spPr/>
      <dgm:t>
        <a:bodyPr/>
        <a:lstStyle/>
        <a:p>
          <a:endParaRPr lang="en-US"/>
        </a:p>
      </dgm:t>
    </dgm:pt>
    <dgm:pt modelId="{873FB366-C29B-4D3B-B1EB-9BB1A15DEFEB}">
      <dgm:prSet/>
      <dgm:spPr/>
      <dgm:t>
        <a:bodyPr/>
        <a:lstStyle/>
        <a:p>
          <a:r>
            <a:rPr lang="pt-PT"/>
            <a:t>Dicionário de Dados</a:t>
          </a:r>
          <a:endParaRPr lang="en-US"/>
        </a:p>
      </dgm:t>
    </dgm:pt>
    <dgm:pt modelId="{A59DF02A-FDC4-4D88-AEC9-93CD00DDB8E2}" type="parTrans" cxnId="{DED1F2DE-9A49-412D-A459-DB92C502161B}">
      <dgm:prSet/>
      <dgm:spPr/>
      <dgm:t>
        <a:bodyPr/>
        <a:lstStyle/>
        <a:p>
          <a:endParaRPr lang="en-US"/>
        </a:p>
      </dgm:t>
    </dgm:pt>
    <dgm:pt modelId="{284A7FA0-30DE-41B2-97ED-4B3B97E9846F}" type="sibTrans" cxnId="{DED1F2DE-9A49-412D-A459-DB92C502161B}">
      <dgm:prSet/>
      <dgm:spPr/>
      <dgm:t>
        <a:bodyPr/>
        <a:lstStyle/>
        <a:p>
          <a:endParaRPr lang="en-US"/>
        </a:p>
      </dgm:t>
    </dgm:pt>
    <dgm:pt modelId="{EA1441EA-DFB1-477A-9DF4-6FD21E7D4922}" type="pres">
      <dgm:prSet presAssocID="{4DFC23AD-4EAD-4020-9729-916E36BD61D9}" presName="linear" presStyleCnt="0">
        <dgm:presLayoutVars>
          <dgm:animLvl val="lvl"/>
          <dgm:resizeHandles val="exact"/>
        </dgm:presLayoutVars>
      </dgm:prSet>
      <dgm:spPr/>
    </dgm:pt>
    <dgm:pt modelId="{60075EE3-E48E-489F-A51E-D55DE34FAF68}" type="pres">
      <dgm:prSet presAssocID="{64B2D6D8-7265-49F4-BBEC-0053A8C1D123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2C22B881-27D3-4DD8-A7BC-8CC647763F26}" type="pres">
      <dgm:prSet presAssocID="{E46FA29C-298C-4656-8476-387C6747BB5A}" presName="spacer" presStyleCnt="0"/>
      <dgm:spPr/>
    </dgm:pt>
    <dgm:pt modelId="{23E24AE8-1932-4BAC-B142-F0719FF227F4}" type="pres">
      <dgm:prSet presAssocID="{800261C6-C48E-492F-94D1-9BC11E5BA902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3BCB546C-DEBD-4687-8D15-38E790353A6A}" type="pres">
      <dgm:prSet presAssocID="{FB1A1E45-D97D-4CA8-8981-BC011FD9A5A5}" presName="spacer" presStyleCnt="0"/>
      <dgm:spPr/>
    </dgm:pt>
    <dgm:pt modelId="{A3A1B0B6-E841-4579-8F64-0F0543BA4A97}" type="pres">
      <dgm:prSet presAssocID="{9F60777A-B80E-4E27-B1E4-7BEC821E2AA2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5011DF11-1FD7-44E1-A07D-06D0FE40C24C}" type="pres">
      <dgm:prSet presAssocID="{DD5A1B67-EB13-4025-B644-792B474DE821}" presName="spacer" presStyleCnt="0"/>
      <dgm:spPr/>
    </dgm:pt>
    <dgm:pt modelId="{E8BEF1E6-0871-417C-9AAC-443CF9692624}" type="pres">
      <dgm:prSet presAssocID="{4168971D-3AB3-471C-90FC-036647C653F5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DE1DF809-6DA9-458E-9302-9EFCEA8CB681}" type="pres">
      <dgm:prSet presAssocID="{F405DF9A-D204-4171-AE22-9A80239880B6}" presName="spacer" presStyleCnt="0"/>
      <dgm:spPr/>
    </dgm:pt>
    <dgm:pt modelId="{8B8EF8A3-AB8F-4DEE-89E1-FAE23D0656BF}" type="pres">
      <dgm:prSet presAssocID="{24E0F971-9D90-4E7E-9A1E-DF5A78A53903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28B72A90-23FE-4CF3-87BB-6F7DC85BFC5F}" type="pres">
      <dgm:prSet presAssocID="{0CBA1F4F-6DB9-4F61-8155-B2E06CC26231}" presName="spacer" presStyleCnt="0"/>
      <dgm:spPr/>
    </dgm:pt>
    <dgm:pt modelId="{D1F945E9-E44F-49D8-B062-B8E49A724451}" type="pres">
      <dgm:prSet presAssocID="{2AF50F8D-55F2-4E13-9DFA-3DD4184CA688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A8EB4269-C0DF-4816-A9A3-F75BB1812D92}" type="pres">
      <dgm:prSet presAssocID="{555C9664-E2B3-4D08-A988-AFC43640C618}" presName="spacer" presStyleCnt="0"/>
      <dgm:spPr/>
    </dgm:pt>
    <dgm:pt modelId="{8D51BB22-CB06-45D2-BFCB-A2C5B29C561A}" type="pres">
      <dgm:prSet presAssocID="{E7723195-9F9E-4D7C-B4F7-B43CFE1A0EEC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A926A5A7-A174-4C80-A9FA-4E888F0BA782}" type="pres">
      <dgm:prSet presAssocID="{10B4D821-7AC0-480E-A68C-DDC888006047}" presName="spacer" presStyleCnt="0"/>
      <dgm:spPr/>
    </dgm:pt>
    <dgm:pt modelId="{12F575F2-C1A2-4DF2-9BF3-C84D1EC6602B}" type="pres">
      <dgm:prSet presAssocID="{873FB366-C29B-4D3B-B1EB-9BB1A15DEFEB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D959BA06-E149-4ECA-B32A-015B5C0D6CD6}" type="presOf" srcId="{873FB366-C29B-4D3B-B1EB-9BB1A15DEFEB}" destId="{12F575F2-C1A2-4DF2-9BF3-C84D1EC6602B}" srcOrd="0" destOrd="0" presId="urn:microsoft.com/office/officeart/2005/8/layout/vList2"/>
    <dgm:cxn modelId="{A5310D09-0F86-4315-AF70-83DF0CC4011B}" type="presOf" srcId="{800261C6-C48E-492F-94D1-9BC11E5BA902}" destId="{23E24AE8-1932-4BAC-B142-F0719FF227F4}" srcOrd="0" destOrd="0" presId="urn:microsoft.com/office/officeart/2005/8/layout/vList2"/>
    <dgm:cxn modelId="{25D3960A-7056-49DB-85EE-7043A96FFCC1}" srcId="{4DFC23AD-4EAD-4020-9729-916E36BD61D9}" destId="{64B2D6D8-7265-49F4-BBEC-0053A8C1D123}" srcOrd="0" destOrd="0" parTransId="{B2E8E74D-13F0-47B3-9F25-60D29DE5EA36}" sibTransId="{E46FA29C-298C-4656-8476-387C6747BB5A}"/>
    <dgm:cxn modelId="{8E05CA0D-B6E5-417D-9A50-3B053064DC7A}" type="presOf" srcId="{9F60777A-B80E-4E27-B1E4-7BEC821E2AA2}" destId="{A3A1B0B6-E841-4579-8F64-0F0543BA4A97}" srcOrd="0" destOrd="0" presId="urn:microsoft.com/office/officeart/2005/8/layout/vList2"/>
    <dgm:cxn modelId="{BA9C9E31-3F2B-49A0-BB80-73D873481042}" type="presOf" srcId="{2AF50F8D-55F2-4E13-9DFA-3DD4184CA688}" destId="{D1F945E9-E44F-49D8-B062-B8E49A724451}" srcOrd="0" destOrd="0" presId="urn:microsoft.com/office/officeart/2005/8/layout/vList2"/>
    <dgm:cxn modelId="{7C2E255F-0FC3-478B-88B4-612925F9C450}" srcId="{4DFC23AD-4EAD-4020-9729-916E36BD61D9}" destId="{9F60777A-B80E-4E27-B1E4-7BEC821E2AA2}" srcOrd="2" destOrd="0" parTransId="{2C0A3350-B4BD-4F26-AC11-F4A530D231AB}" sibTransId="{DD5A1B67-EB13-4025-B644-792B474DE821}"/>
    <dgm:cxn modelId="{588E1770-8D83-407B-A58D-609CD4B70021}" type="presOf" srcId="{E7723195-9F9E-4D7C-B4F7-B43CFE1A0EEC}" destId="{8D51BB22-CB06-45D2-BFCB-A2C5B29C561A}" srcOrd="0" destOrd="0" presId="urn:microsoft.com/office/officeart/2005/8/layout/vList2"/>
    <dgm:cxn modelId="{DB56B675-17BD-44EE-B93A-7594BF247246}" srcId="{4DFC23AD-4EAD-4020-9729-916E36BD61D9}" destId="{4168971D-3AB3-471C-90FC-036647C653F5}" srcOrd="3" destOrd="0" parTransId="{0B010C4F-394B-41A5-A5EE-A9118F1B77C4}" sibTransId="{F405DF9A-D204-4171-AE22-9A80239880B6}"/>
    <dgm:cxn modelId="{E2C1FF85-DDB7-4069-9545-745709371937}" srcId="{4DFC23AD-4EAD-4020-9729-916E36BD61D9}" destId="{E7723195-9F9E-4D7C-B4F7-B43CFE1A0EEC}" srcOrd="6" destOrd="0" parTransId="{12840447-8D98-4CB9-95B8-0765BA33A3A2}" sibTransId="{10B4D821-7AC0-480E-A68C-DDC888006047}"/>
    <dgm:cxn modelId="{88FF2586-1EB5-4CBD-86CE-3163B8DACA6D}" srcId="{4DFC23AD-4EAD-4020-9729-916E36BD61D9}" destId="{24E0F971-9D90-4E7E-9A1E-DF5A78A53903}" srcOrd="4" destOrd="0" parTransId="{74B1DB10-224D-4874-AA53-32CC0CA02B2A}" sibTransId="{0CBA1F4F-6DB9-4F61-8155-B2E06CC26231}"/>
    <dgm:cxn modelId="{17A3B58A-9E54-420D-A0BB-F89FCA3A3E11}" type="presOf" srcId="{64B2D6D8-7265-49F4-BBEC-0053A8C1D123}" destId="{60075EE3-E48E-489F-A51E-D55DE34FAF68}" srcOrd="0" destOrd="0" presId="urn:microsoft.com/office/officeart/2005/8/layout/vList2"/>
    <dgm:cxn modelId="{B901E9C5-9CD2-4654-A8B4-7F91AF451C5C}" srcId="{4DFC23AD-4EAD-4020-9729-916E36BD61D9}" destId="{2AF50F8D-55F2-4E13-9DFA-3DD4184CA688}" srcOrd="5" destOrd="0" parTransId="{64BD0156-A585-4D4B-8270-7514525BAF22}" sibTransId="{555C9664-E2B3-4D08-A988-AFC43640C618}"/>
    <dgm:cxn modelId="{66685DCF-DF19-4E1B-852D-3F781793149D}" srcId="{4DFC23AD-4EAD-4020-9729-916E36BD61D9}" destId="{800261C6-C48E-492F-94D1-9BC11E5BA902}" srcOrd="1" destOrd="0" parTransId="{CB533514-F489-426B-B081-DEE274D97F1D}" sibTransId="{FB1A1E45-D97D-4CA8-8981-BC011FD9A5A5}"/>
    <dgm:cxn modelId="{0C538CD2-F13E-4E86-971A-92316B2DD252}" type="presOf" srcId="{4168971D-3AB3-471C-90FC-036647C653F5}" destId="{E8BEF1E6-0871-417C-9AAC-443CF9692624}" srcOrd="0" destOrd="0" presId="urn:microsoft.com/office/officeart/2005/8/layout/vList2"/>
    <dgm:cxn modelId="{667963D8-0848-422C-9FF3-04D1B55FF712}" type="presOf" srcId="{24E0F971-9D90-4E7E-9A1E-DF5A78A53903}" destId="{8B8EF8A3-AB8F-4DEE-89E1-FAE23D0656BF}" srcOrd="0" destOrd="0" presId="urn:microsoft.com/office/officeart/2005/8/layout/vList2"/>
    <dgm:cxn modelId="{DED1F2DE-9A49-412D-A459-DB92C502161B}" srcId="{4DFC23AD-4EAD-4020-9729-916E36BD61D9}" destId="{873FB366-C29B-4D3B-B1EB-9BB1A15DEFEB}" srcOrd="7" destOrd="0" parTransId="{A59DF02A-FDC4-4D88-AEC9-93CD00DDB8E2}" sibTransId="{284A7FA0-30DE-41B2-97ED-4B3B97E9846F}"/>
    <dgm:cxn modelId="{2BB63FE2-54C3-41F5-921F-B22629C1C489}" type="presOf" srcId="{4DFC23AD-4EAD-4020-9729-916E36BD61D9}" destId="{EA1441EA-DFB1-477A-9DF4-6FD21E7D4922}" srcOrd="0" destOrd="0" presId="urn:microsoft.com/office/officeart/2005/8/layout/vList2"/>
    <dgm:cxn modelId="{ED3107F4-4A4D-4314-A6BD-A6EAA20755BA}" type="presParOf" srcId="{EA1441EA-DFB1-477A-9DF4-6FD21E7D4922}" destId="{60075EE3-E48E-489F-A51E-D55DE34FAF68}" srcOrd="0" destOrd="0" presId="urn:microsoft.com/office/officeart/2005/8/layout/vList2"/>
    <dgm:cxn modelId="{F9DECBC8-AA33-4A71-9940-9D275C8B587D}" type="presParOf" srcId="{EA1441EA-DFB1-477A-9DF4-6FD21E7D4922}" destId="{2C22B881-27D3-4DD8-A7BC-8CC647763F26}" srcOrd="1" destOrd="0" presId="urn:microsoft.com/office/officeart/2005/8/layout/vList2"/>
    <dgm:cxn modelId="{DC7594D7-DE6A-460D-BDFE-665AFF46D01C}" type="presParOf" srcId="{EA1441EA-DFB1-477A-9DF4-6FD21E7D4922}" destId="{23E24AE8-1932-4BAC-B142-F0719FF227F4}" srcOrd="2" destOrd="0" presId="urn:microsoft.com/office/officeart/2005/8/layout/vList2"/>
    <dgm:cxn modelId="{7300D168-7611-455E-B547-012C204B6321}" type="presParOf" srcId="{EA1441EA-DFB1-477A-9DF4-6FD21E7D4922}" destId="{3BCB546C-DEBD-4687-8D15-38E790353A6A}" srcOrd="3" destOrd="0" presId="urn:microsoft.com/office/officeart/2005/8/layout/vList2"/>
    <dgm:cxn modelId="{72881724-40FB-460D-BD07-88CEDD43E4AD}" type="presParOf" srcId="{EA1441EA-DFB1-477A-9DF4-6FD21E7D4922}" destId="{A3A1B0B6-E841-4579-8F64-0F0543BA4A97}" srcOrd="4" destOrd="0" presId="urn:microsoft.com/office/officeart/2005/8/layout/vList2"/>
    <dgm:cxn modelId="{6C22D49E-2518-4924-A07A-890C5BB3199B}" type="presParOf" srcId="{EA1441EA-DFB1-477A-9DF4-6FD21E7D4922}" destId="{5011DF11-1FD7-44E1-A07D-06D0FE40C24C}" srcOrd="5" destOrd="0" presId="urn:microsoft.com/office/officeart/2005/8/layout/vList2"/>
    <dgm:cxn modelId="{1DCC8824-983C-4DBD-A81E-9B357DE27829}" type="presParOf" srcId="{EA1441EA-DFB1-477A-9DF4-6FD21E7D4922}" destId="{E8BEF1E6-0871-417C-9AAC-443CF9692624}" srcOrd="6" destOrd="0" presId="urn:microsoft.com/office/officeart/2005/8/layout/vList2"/>
    <dgm:cxn modelId="{C49B231C-F1C1-46BA-9EEB-B0953ADA0BAD}" type="presParOf" srcId="{EA1441EA-DFB1-477A-9DF4-6FD21E7D4922}" destId="{DE1DF809-6DA9-458E-9302-9EFCEA8CB681}" srcOrd="7" destOrd="0" presId="urn:microsoft.com/office/officeart/2005/8/layout/vList2"/>
    <dgm:cxn modelId="{D5A64AD3-CFD3-4B6D-81D9-F03DB60B99B1}" type="presParOf" srcId="{EA1441EA-DFB1-477A-9DF4-6FD21E7D4922}" destId="{8B8EF8A3-AB8F-4DEE-89E1-FAE23D0656BF}" srcOrd="8" destOrd="0" presId="urn:microsoft.com/office/officeart/2005/8/layout/vList2"/>
    <dgm:cxn modelId="{87FFB9AE-36CA-40BC-A035-DB92F477C365}" type="presParOf" srcId="{EA1441EA-DFB1-477A-9DF4-6FD21E7D4922}" destId="{28B72A90-23FE-4CF3-87BB-6F7DC85BFC5F}" srcOrd="9" destOrd="0" presId="urn:microsoft.com/office/officeart/2005/8/layout/vList2"/>
    <dgm:cxn modelId="{A0DA26A3-91FA-4C1E-891A-8EDC19E8BF6A}" type="presParOf" srcId="{EA1441EA-DFB1-477A-9DF4-6FD21E7D4922}" destId="{D1F945E9-E44F-49D8-B062-B8E49A724451}" srcOrd="10" destOrd="0" presId="urn:microsoft.com/office/officeart/2005/8/layout/vList2"/>
    <dgm:cxn modelId="{13B8B195-BFAE-4740-A7EE-E345CB5FFFF8}" type="presParOf" srcId="{EA1441EA-DFB1-477A-9DF4-6FD21E7D4922}" destId="{A8EB4269-C0DF-4816-A9A3-F75BB1812D92}" srcOrd="11" destOrd="0" presId="urn:microsoft.com/office/officeart/2005/8/layout/vList2"/>
    <dgm:cxn modelId="{9788F7B2-13B9-4475-B21C-D4E58CAAD09F}" type="presParOf" srcId="{EA1441EA-DFB1-477A-9DF4-6FD21E7D4922}" destId="{8D51BB22-CB06-45D2-BFCB-A2C5B29C561A}" srcOrd="12" destOrd="0" presId="urn:microsoft.com/office/officeart/2005/8/layout/vList2"/>
    <dgm:cxn modelId="{120FA292-0B63-4764-AC72-CB99B6226831}" type="presParOf" srcId="{EA1441EA-DFB1-477A-9DF4-6FD21E7D4922}" destId="{A926A5A7-A174-4C80-A9FA-4E888F0BA782}" srcOrd="13" destOrd="0" presId="urn:microsoft.com/office/officeart/2005/8/layout/vList2"/>
    <dgm:cxn modelId="{58AE2D9E-4671-460D-A098-229B8602B62C}" type="presParOf" srcId="{EA1441EA-DFB1-477A-9DF4-6FD21E7D4922}" destId="{12F575F2-C1A2-4DF2-9BF3-C84D1EC6602B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62A2496-FF51-4F91-8162-31693872581D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90F700F-91BC-4537-B27E-F6FF98DB8911}">
      <dgm:prSet/>
      <dgm:spPr/>
      <dgm:t>
        <a:bodyPr/>
        <a:lstStyle/>
        <a:p>
          <a:r>
            <a:rPr lang="en-US"/>
            <a:t>1. Introduzir parâmetros</a:t>
          </a:r>
        </a:p>
      </dgm:t>
    </dgm:pt>
    <dgm:pt modelId="{476913B6-96BD-475B-B3D3-9501C60C2311}" type="parTrans" cxnId="{F398A9B4-9785-4954-8C14-AEF99DAFB649}">
      <dgm:prSet/>
      <dgm:spPr/>
      <dgm:t>
        <a:bodyPr/>
        <a:lstStyle/>
        <a:p>
          <a:endParaRPr lang="en-US"/>
        </a:p>
      </dgm:t>
    </dgm:pt>
    <dgm:pt modelId="{29CD7494-3BF2-475B-916C-7186C930E30D}" type="sibTrans" cxnId="{F398A9B4-9785-4954-8C14-AEF99DAFB649}">
      <dgm:prSet/>
      <dgm:spPr/>
      <dgm:t>
        <a:bodyPr/>
        <a:lstStyle/>
        <a:p>
          <a:endParaRPr lang="en-US"/>
        </a:p>
      </dgm:t>
    </dgm:pt>
    <dgm:pt modelId="{BBAE9694-C773-4E77-948F-4403CC6F316B}">
      <dgm:prSet/>
      <dgm:spPr/>
      <dgm:t>
        <a:bodyPr/>
        <a:lstStyle/>
        <a:p>
          <a:r>
            <a:rPr lang="en-US"/>
            <a:t>2. Validar dados</a:t>
          </a:r>
        </a:p>
      </dgm:t>
    </dgm:pt>
    <dgm:pt modelId="{12247404-8D5B-483C-9370-654B037BDD1B}" type="parTrans" cxnId="{EE32F7C5-2F3B-4A6A-8D88-63491EB8C65D}">
      <dgm:prSet/>
      <dgm:spPr/>
      <dgm:t>
        <a:bodyPr/>
        <a:lstStyle/>
        <a:p>
          <a:endParaRPr lang="en-US"/>
        </a:p>
      </dgm:t>
    </dgm:pt>
    <dgm:pt modelId="{D1BA96D1-D5D4-4FA5-89D2-530312C3B926}" type="sibTrans" cxnId="{EE32F7C5-2F3B-4A6A-8D88-63491EB8C65D}">
      <dgm:prSet/>
      <dgm:spPr/>
      <dgm:t>
        <a:bodyPr/>
        <a:lstStyle/>
        <a:p>
          <a:endParaRPr lang="en-US"/>
        </a:p>
      </dgm:t>
    </dgm:pt>
    <dgm:pt modelId="{22227099-32C5-452A-82B9-4D34751C5513}">
      <dgm:prSet/>
      <dgm:spPr/>
      <dgm:t>
        <a:bodyPr/>
        <a:lstStyle/>
        <a:p>
          <a:r>
            <a:rPr lang="en-US"/>
            <a:t>3. Executar modelo SIR</a:t>
          </a:r>
        </a:p>
      </dgm:t>
    </dgm:pt>
    <dgm:pt modelId="{F768E886-97AC-4F16-843E-3290547EE910}" type="parTrans" cxnId="{1586E5CA-38BB-47D5-A967-1B81E4CF4B18}">
      <dgm:prSet/>
      <dgm:spPr/>
      <dgm:t>
        <a:bodyPr/>
        <a:lstStyle/>
        <a:p>
          <a:endParaRPr lang="en-US"/>
        </a:p>
      </dgm:t>
    </dgm:pt>
    <dgm:pt modelId="{E142594B-C464-4018-9A00-DCFFA263A219}" type="sibTrans" cxnId="{1586E5CA-38BB-47D5-A967-1B81E4CF4B18}">
      <dgm:prSet/>
      <dgm:spPr/>
      <dgm:t>
        <a:bodyPr/>
        <a:lstStyle/>
        <a:p>
          <a:endParaRPr lang="en-US"/>
        </a:p>
      </dgm:t>
    </dgm:pt>
    <dgm:pt modelId="{DECE4D21-48F0-4241-838E-81C58C8A9A11}">
      <dgm:prSet/>
      <dgm:spPr/>
      <dgm:t>
        <a:bodyPr/>
        <a:lstStyle/>
        <a:p>
          <a:r>
            <a:rPr lang="en-US"/>
            <a:t>4. Guardar resultados</a:t>
          </a:r>
        </a:p>
      </dgm:t>
    </dgm:pt>
    <dgm:pt modelId="{B907F7A2-CCFA-411B-BB8A-F2ABF0484633}" type="parTrans" cxnId="{E39945B6-6B05-4290-92AE-878B8A451A8F}">
      <dgm:prSet/>
      <dgm:spPr/>
      <dgm:t>
        <a:bodyPr/>
        <a:lstStyle/>
        <a:p>
          <a:endParaRPr lang="en-US"/>
        </a:p>
      </dgm:t>
    </dgm:pt>
    <dgm:pt modelId="{EEA8BA38-A4A0-439E-B5F4-7BD65809F14A}" type="sibTrans" cxnId="{E39945B6-6B05-4290-92AE-878B8A451A8F}">
      <dgm:prSet/>
      <dgm:spPr/>
      <dgm:t>
        <a:bodyPr/>
        <a:lstStyle/>
        <a:p>
          <a:endParaRPr lang="en-US"/>
        </a:p>
      </dgm:t>
    </dgm:pt>
    <dgm:pt modelId="{3967B9ED-E16F-4712-A394-4B0AB693AF17}">
      <dgm:prSet/>
      <dgm:spPr/>
      <dgm:t>
        <a:bodyPr/>
        <a:lstStyle/>
        <a:p>
          <a:r>
            <a:rPr lang="en-US"/>
            <a:t>5. Calcular Rt</a:t>
          </a:r>
        </a:p>
      </dgm:t>
    </dgm:pt>
    <dgm:pt modelId="{787384B8-CD59-4D18-B340-92C977DF6D03}" type="parTrans" cxnId="{B8117DD5-C2CD-41F7-88AA-C1CA022B294F}">
      <dgm:prSet/>
      <dgm:spPr/>
      <dgm:t>
        <a:bodyPr/>
        <a:lstStyle/>
        <a:p>
          <a:endParaRPr lang="en-US"/>
        </a:p>
      </dgm:t>
    </dgm:pt>
    <dgm:pt modelId="{8CDAA5E4-41CC-46D1-A184-E4981068229F}" type="sibTrans" cxnId="{B8117DD5-C2CD-41F7-88AA-C1CA022B294F}">
      <dgm:prSet/>
      <dgm:spPr/>
      <dgm:t>
        <a:bodyPr/>
        <a:lstStyle/>
        <a:p>
          <a:endParaRPr lang="en-US"/>
        </a:p>
      </dgm:t>
    </dgm:pt>
    <dgm:pt modelId="{2C280D57-6537-4EE9-8AE9-3FE20E9CEE19}">
      <dgm:prSet/>
      <dgm:spPr/>
      <dgm:t>
        <a:bodyPr/>
        <a:lstStyle/>
        <a:p>
          <a:r>
            <a:rPr lang="en-US"/>
            <a:t>6. Exibir gráficos</a:t>
          </a:r>
        </a:p>
      </dgm:t>
    </dgm:pt>
    <dgm:pt modelId="{1D622B2D-52D1-4A9F-AF7F-7BFBD6B76AD6}" type="parTrans" cxnId="{A1CF82B1-F765-4DCD-96F6-EEDFA8F6D497}">
      <dgm:prSet/>
      <dgm:spPr/>
      <dgm:t>
        <a:bodyPr/>
        <a:lstStyle/>
        <a:p>
          <a:endParaRPr lang="en-US"/>
        </a:p>
      </dgm:t>
    </dgm:pt>
    <dgm:pt modelId="{DA3DBBD5-7AFE-41A4-AF01-FF554A05F59B}" type="sibTrans" cxnId="{A1CF82B1-F765-4DCD-96F6-EEDFA8F6D497}">
      <dgm:prSet/>
      <dgm:spPr/>
      <dgm:t>
        <a:bodyPr/>
        <a:lstStyle/>
        <a:p>
          <a:endParaRPr lang="en-US"/>
        </a:p>
      </dgm:t>
    </dgm:pt>
    <dgm:pt modelId="{D073ADCA-5C5D-44A4-9719-386EBB06165E}" type="pres">
      <dgm:prSet presAssocID="{F62A2496-FF51-4F91-8162-31693872581D}" presName="cycle" presStyleCnt="0">
        <dgm:presLayoutVars>
          <dgm:dir/>
          <dgm:resizeHandles val="exact"/>
        </dgm:presLayoutVars>
      </dgm:prSet>
      <dgm:spPr/>
    </dgm:pt>
    <dgm:pt modelId="{DE7A83D0-CD12-490D-A071-ED6FBC5702F3}" type="pres">
      <dgm:prSet presAssocID="{490F700F-91BC-4537-B27E-F6FF98DB8911}" presName="dummy" presStyleCnt="0"/>
      <dgm:spPr/>
    </dgm:pt>
    <dgm:pt modelId="{4B539E7A-9DE1-4FD4-AAB6-833F0D84BAC1}" type="pres">
      <dgm:prSet presAssocID="{490F700F-91BC-4537-B27E-F6FF98DB8911}" presName="node" presStyleLbl="revTx" presStyleIdx="0" presStyleCnt="6">
        <dgm:presLayoutVars>
          <dgm:bulletEnabled val="1"/>
        </dgm:presLayoutVars>
      </dgm:prSet>
      <dgm:spPr/>
    </dgm:pt>
    <dgm:pt modelId="{58880275-CE80-4BD3-84E4-EE359E9EE99C}" type="pres">
      <dgm:prSet presAssocID="{29CD7494-3BF2-475B-916C-7186C930E30D}" presName="sibTrans" presStyleLbl="node1" presStyleIdx="0" presStyleCnt="6"/>
      <dgm:spPr/>
    </dgm:pt>
    <dgm:pt modelId="{4826BAFF-486D-4855-9DB1-3BE71E44FDEB}" type="pres">
      <dgm:prSet presAssocID="{BBAE9694-C773-4E77-948F-4403CC6F316B}" presName="dummy" presStyleCnt="0"/>
      <dgm:spPr/>
    </dgm:pt>
    <dgm:pt modelId="{B98BBB2B-6B96-4465-8B7D-334655807CBB}" type="pres">
      <dgm:prSet presAssocID="{BBAE9694-C773-4E77-948F-4403CC6F316B}" presName="node" presStyleLbl="revTx" presStyleIdx="1" presStyleCnt="6">
        <dgm:presLayoutVars>
          <dgm:bulletEnabled val="1"/>
        </dgm:presLayoutVars>
      </dgm:prSet>
      <dgm:spPr/>
    </dgm:pt>
    <dgm:pt modelId="{62A3DEBF-A781-4BED-B705-B6180EC6A51C}" type="pres">
      <dgm:prSet presAssocID="{D1BA96D1-D5D4-4FA5-89D2-530312C3B926}" presName="sibTrans" presStyleLbl="node1" presStyleIdx="1" presStyleCnt="6"/>
      <dgm:spPr/>
    </dgm:pt>
    <dgm:pt modelId="{48B1E32A-F52B-4D44-96B4-3143FD0AD8B4}" type="pres">
      <dgm:prSet presAssocID="{22227099-32C5-452A-82B9-4D34751C5513}" presName="dummy" presStyleCnt="0"/>
      <dgm:spPr/>
    </dgm:pt>
    <dgm:pt modelId="{843075B0-D6D3-4754-84C3-EA397CBA25EF}" type="pres">
      <dgm:prSet presAssocID="{22227099-32C5-452A-82B9-4D34751C5513}" presName="node" presStyleLbl="revTx" presStyleIdx="2" presStyleCnt="6">
        <dgm:presLayoutVars>
          <dgm:bulletEnabled val="1"/>
        </dgm:presLayoutVars>
      </dgm:prSet>
      <dgm:spPr/>
    </dgm:pt>
    <dgm:pt modelId="{59418D37-3FC5-41BA-BBC9-8C6AC87D4BD0}" type="pres">
      <dgm:prSet presAssocID="{E142594B-C464-4018-9A00-DCFFA263A219}" presName="sibTrans" presStyleLbl="node1" presStyleIdx="2" presStyleCnt="6"/>
      <dgm:spPr/>
    </dgm:pt>
    <dgm:pt modelId="{672B1B5A-7DE8-4565-A87C-D96BA3596891}" type="pres">
      <dgm:prSet presAssocID="{DECE4D21-48F0-4241-838E-81C58C8A9A11}" presName="dummy" presStyleCnt="0"/>
      <dgm:spPr/>
    </dgm:pt>
    <dgm:pt modelId="{FE29E908-7DDF-41AD-BA0E-30419FB7A4A5}" type="pres">
      <dgm:prSet presAssocID="{DECE4D21-48F0-4241-838E-81C58C8A9A11}" presName="node" presStyleLbl="revTx" presStyleIdx="3" presStyleCnt="6">
        <dgm:presLayoutVars>
          <dgm:bulletEnabled val="1"/>
        </dgm:presLayoutVars>
      </dgm:prSet>
      <dgm:spPr/>
    </dgm:pt>
    <dgm:pt modelId="{D5E2E55D-5BE8-420F-9E27-141A137E27F8}" type="pres">
      <dgm:prSet presAssocID="{EEA8BA38-A4A0-439E-B5F4-7BD65809F14A}" presName="sibTrans" presStyleLbl="node1" presStyleIdx="3" presStyleCnt="6"/>
      <dgm:spPr/>
    </dgm:pt>
    <dgm:pt modelId="{9F5A9947-33E5-4027-9951-706AA867FAF8}" type="pres">
      <dgm:prSet presAssocID="{3967B9ED-E16F-4712-A394-4B0AB693AF17}" presName="dummy" presStyleCnt="0"/>
      <dgm:spPr/>
    </dgm:pt>
    <dgm:pt modelId="{3A34FFBD-A2ED-4F19-93BA-D0B11387C03E}" type="pres">
      <dgm:prSet presAssocID="{3967B9ED-E16F-4712-A394-4B0AB693AF17}" presName="node" presStyleLbl="revTx" presStyleIdx="4" presStyleCnt="6">
        <dgm:presLayoutVars>
          <dgm:bulletEnabled val="1"/>
        </dgm:presLayoutVars>
      </dgm:prSet>
      <dgm:spPr/>
    </dgm:pt>
    <dgm:pt modelId="{F3ECC07A-CBA1-4952-9194-8E656C9B0D88}" type="pres">
      <dgm:prSet presAssocID="{8CDAA5E4-41CC-46D1-A184-E4981068229F}" presName="sibTrans" presStyleLbl="node1" presStyleIdx="4" presStyleCnt="6"/>
      <dgm:spPr/>
    </dgm:pt>
    <dgm:pt modelId="{6F03EDE9-3B7B-4953-A6FC-F22C262CDB52}" type="pres">
      <dgm:prSet presAssocID="{2C280D57-6537-4EE9-8AE9-3FE20E9CEE19}" presName="dummy" presStyleCnt="0"/>
      <dgm:spPr/>
    </dgm:pt>
    <dgm:pt modelId="{B543A972-EDB1-4D3C-91EE-D6672A335B02}" type="pres">
      <dgm:prSet presAssocID="{2C280D57-6537-4EE9-8AE9-3FE20E9CEE19}" presName="node" presStyleLbl="revTx" presStyleIdx="5" presStyleCnt="6">
        <dgm:presLayoutVars>
          <dgm:bulletEnabled val="1"/>
        </dgm:presLayoutVars>
      </dgm:prSet>
      <dgm:spPr/>
    </dgm:pt>
    <dgm:pt modelId="{7617E6C0-25A9-4933-97FF-5738A5D232DF}" type="pres">
      <dgm:prSet presAssocID="{DA3DBBD5-7AFE-41A4-AF01-FF554A05F59B}" presName="sibTrans" presStyleLbl="node1" presStyleIdx="5" presStyleCnt="6"/>
      <dgm:spPr/>
    </dgm:pt>
  </dgm:ptLst>
  <dgm:cxnLst>
    <dgm:cxn modelId="{EF909218-CD56-4B48-8B4E-0A08E7671AB5}" type="presOf" srcId="{3967B9ED-E16F-4712-A394-4B0AB693AF17}" destId="{3A34FFBD-A2ED-4F19-93BA-D0B11387C03E}" srcOrd="0" destOrd="0" presId="urn:microsoft.com/office/officeart/2005/8/layout/cycle1"/>
    <dgm:cxn modelId="{EB597335-51DA-421D-8B04-00D693EF5F7F}" type="presOf" srcId="{D1BA96D1-D5D4-4FA5-89D2-530312C3B926}" destId="{62A3DEBF-A781-4BED-B705-B6180EC6A51C}" srcOrd="0" destOrd="0" presId="urn:microsoft.com/office/officeart/2005/8/layout/cycle1"/>
    <dgm:cxn modelId="{F4D78766-15BA-4253-B460-BB7C31E311E2}" type="presOf" srcId="{490F700F-91BC-4537-B27E-F6FF98DB8911}" destId="{4B539E7A-9DE1-4FD4-AAB6-833F0D84BAC1}" srcOrd="0" destOrd="0" presId="urn:microsoft.com/office/officeart/2005/8/layout/cycle1"/>
    <dgm:cxn modelId="{B8909255-CB76-452A-9129-30AA96135823}" type="presOf" srcId="{22227099-32C5-452A-82B9-4D34751C5513}" destId="{843075B0-D6D3-4754-84C3-EA397CBA25EF}" srcOrd="0" destOrd="0" presId="urn:microsoft.com/office/officeart/2005/8/layout/cycle1"/>
    <dgm:cxn modelId="{6C6B007C-D36D-4B02-B4DB-3A42C017CC32}" type="presOf" srcId="{BBAE9694-C773-4E77-948F-4403CC6F316B}" destId="{B98BBB2B-6B96-4465-8B7D-334655807CBB}" srcOrd="0" destOrd="0" presId="urn:microsoft.com/office/officeart/2005/8/layout/cycle1"/>
    <dgm:cxn modelId="{87F91781-BDDC-4F4D-A8DA-205571DCF04B}" type="presOf" srcId="{EEA8BA38-A4A0-439E-B5F4-7BD65809F14A}" destId="{D5E2E55D-5BE8-420F-9E27-141A137E27F8}" srcOrd="0" destOrd="0" presId="urn:microsoft.com/office/officeart/2005/8/layout/cycle1"/>
    <dgm:cxn modelId="{8FCA8992-9F35-425D-9891-9A12F42372C7}" type="presOf" srcId="{8CDAA5E4-41CC-46D1-A184-E4981068229F}" destId="{F3ECC07A-CBA1-4952-9194-8E656C9B0D88}" srcOrd="0" destOrd="0" presId="urn:microsoft.com/office/officeart/2005/8/layout/cycle1"/>
    <dgm:cxn modelId="{E0280C94-3393-4ACC-AB23-9DAA380E00F3}" type="presOf" srcId="{29CD7494-3BF2-475B-916C-7186C930E30D}" destId="{58880275-CE80-4BD3-84E4-EE359E9EE99C}" srcOrd="0" destOrd="0" presId="urn:microsoft.com/office/officeart/2005/8/layout/cycle1"/>
    <dgm:cxn modelId="{4E75AB9B-D303-4B6E-A424-AD226605154B}" type="presOf" srcId="{E142594B-C464-4018-9A00-DCFFA263A219}" destId="{59418D37-3FC5-41BA-BBC9-8C6AC87D4BD0}" srcOrd="0" destOrd="0" presId="urn:microsoft.com/office/officeart/2005/8/layout/cycle1"/>
    <dgm:cxn modelId="{A1CF82B1-F765-4DCD-96F6-EEDFA8F6D497}" srcId="{F62A2496-FF51-4F91-8162-31693872581D}" destId="{2C280D57-6537-4EE9-8AE9-3FE20E9CEE19}" srcOrd="5" destOrd="0" parTransId="{1D622B2D-52D1-4A9F-AF7F-7BFBD6B76AD6}" sibTransId="{DA3DBBD5-7AFE-41A4-AF01-FF554A05F59B}"/>
    <dgm:cxn modelId="{F398A9B4-9785-4954-8C14-AEF99DAFB649}" srcId="{F62A2496-FF51-4F91-8162-31693872581D}" destId="{490F700F-91BC-4537-B27E-F6FF98DB8911}" srcOrd="0" destOrd="0" parTransId="{476913B6-96BD-475B-B3D3-9501C60C2311}" sibTransId="{29CD7494-3BF2-475B-916C-7186C930E30D}"/>
    <dgm:cxn modelId="{E39945B6-6B05-4290-92AE-878B8A451A8F}" srcId="{F62A2496-FF51-4F91-8162-31693872581D}" destId="{DECE4D21-48F0-4241-838E-81C58C8A9A11}" srcOrd="3" destOrd="0" parTransId="{B907F7A2-CCFA-411B-BB8A-F2ABF0484633}" sibTransId="{EEA8BA38-A4A0-439E-B5F4-7BD65809F14A}"/>
    <dgm:cxn modelId="{DBCA26BD-FA9F-4A20-BD3F-D924B1DB40AA}" type="presOf" srcId="{DA3DBBD5-7AFE-41A4-AF01-FF554A05F59B}" destId="{7617E6C0-25A9-4933-97FF-5738A5D232DF}" srcOrd="0" destOrd="0" presId="urn:microsoft.com/office/officeart/2005/8/layout/cycle1"/>
    <dgm:cxn modelId="{EE32F7C5-2F3B-4A6A-8D88-63491EB8C65D}" srcId="{F62A2496-FF51-4F91-8162-31693872581D}" destId="{BBAE9694-C773-4E77-948F-4403CC6F316B}" srcOrd="1" destOrd="0" parTransId="{12247404-8D5B-483C-9370-654B037BDD1B}" sibTransId="{D1BA96D1-D5D4-4FA5-89D2-530312C3B926}"/>
    <dgm:cxn modelId="{1586E5CA-38BB-47D5-A967-1B81E4CF4B18}" srcId="{F62A2496-FF51-4F91-8162-31693872581D}" destId="{22227099-32C5-452A-82B9-4D34751C5513}" srcOrd="2" destOrd="0" parTransId="{F768E886-97AC-4F16-843E-3290547EE910}" sibTransId="{E142594B-C464-4018-9A00-DCFFA263A219}"/>
    <dgm:cxn modelId="{B8117DD5-C2CD-41F7-88AA-C1CA022B294F}" srcId="{F62A2496-FF51-4F91-8162-31693872581D}" destId="{3967B9ED-E16F-4712-A394-4B0AB693AF17}" srcOrd="4" destOrd="0" parTransId="{787384B8-CD59-4D18-B340-92C977DF6D03}" sibTransId="{8CDAA5E4-41CC-46D1-A184-E4981068229F}"/>
    <dgm:cxn modelId="{CD2271E1-DD89-40B4-8EE4-778D8CC247B4}" type="presOf" srcId="{F62A2496-FF51-4F91-8162-31693872581D}" destId="{D073ADCA-5C5D-44A4-9719-386EBB06165E}" srcOrd="0" destOrd="0" presId="urn:microsoft.com/office/officeart/2005/8/layout/cycle1"/>
    <dgm:cxn modelId="{AFFE01E2-73E2-4F8E-A097-C00B001FEFFC}" type="presOf" srcId="{2C280D57-6537-4EE9-8AE9-3FE20E9CEE19}" destId="{B543A972-EDB1-4D3C-91EE-D6672A335B02}" srcOrd="0" destOrd="0" presId="urn:microsoft.com/office/officeart/2005/8/layout/cycle1"/>
    <dgm:cxn modelId="{2D00CAF7-FD53-4A48-BB79-5BA1F5421D03}" type="presOf" srcId="{DECE4D21-48F0-4241-838E-81C58C8A9A11}" destId="{FE29E908-7DDF-41AD-BA0E-30419FB7A4A5}" srcOrd="0" destOrd="0" presId="urn:microsoft.com/office/officeart/2005/8/layout/cycle1"/>
    <dgm:cxn modelId="{1B2D7186-0C63-4B9E-B265-64CE363F9D61}" type="presParOf" srcId="{D073ADCA-5C5D-44A4-9719-386EBB06165E}" destId="{DE7A83D0-CD12-490D-A071-ED6FBC5702F3}" srcOrd="0" destOrd="0" presId="urn:microsoft.com/office/officeart/2005/8/layout/cycle1"/>
    <dgm:cxn modelId="{D7247EAB-E04B-4C48-9E5E-1690FA2CFB88}" type="presParOf" srcId="{D073ADCA-5C5D-44A4-9719-386EBB06165E}" destId="{4B539E7A-9DE1-4FD4-AAB6-833F0D84BAC1}" srcOrd="1" destOrd="0" presId="urn:microsoft.com/office/officeart/2005/8/layout/cycle1"/>
    <dgm:cxn modelId="{ADEA5030-4EF9-49B0-A1E7-E7BA26D9F917}" type="presParOf" srcId="{D073ADCA-5C5D-44A4-9719-386EBB06165E}" destId="{58880275-CE80-4BD3-84E4-EE359E9EE99C}" srcOrd="2" destOrd="0" presId="urn:microsoft.com/office/officeart/2005/8/layout/cycle1"/>
    <dgm:cxn modelId="{0E23ADD3-7C6B-4D57-A06F-F39BF956CF8C}" type="presParOf" srcId="{D073ADCA-5C5D-44A4-9719-386EBB06165E}" destId="{4826BAFF-486D-4855-9DB1-3BE71E44FDEB}" srcOrd="3" destOrd="0" presId="urn:microsoft.com/office/officeart/2005/8/layout/cycle1"/>
    <dgm:cxn modelId="{2EF110AA-1281-4A8C-A759-3D0B9D3D2DB3}" type="presParOf" srcId="{D073ADCA-5C5D-44A4-9719-386EBB06165E}" destId="{B98BBB2B-6B96-4465-8B7D-334655807CBB}" srcOrd="4" destOrd="0" presId="urn:microsoft.com/office/officeart/2005/8/layout/cycle1"/>
    <dgm:cxn modelId="{0A16BE11-224D-447D-8D4F-D9B53F882408}" type="presParOf" srcId="{D073ADCA-5C5D-44A4-9719-386EBB06165E}" destId="{62A3DEBF-A781-4BED-B705-B6180EC6A51C}" srcOrd="5" destOrd="0" presId="urn:microsoft.com/office/officeart/2005/8/layout/cycle1"/>
    <dgm:cxn modelId="{3D6CBE65-A0EE-4F6C-B221-1DE2D23C04AE}" type="presParOf" srcId="{D073ADCA-5C5D-44A4-9719-386EBB06165E}" destId="{48B1E32A-F52B-4D44-96B4-3143FD0AD8B4}" srcOrd="6" destOrd="0" presId="urn:microsoft.com/office/officeart/2005/8/layout/cycle1"/>
    <dgm:cxn modelId="{9E386727-949D-4CD1-B7B2-CCA8547FFBC5}" type="presParOf" srcId="{D073ADCA-5C5D-44A4-9719-386EBB06165E}" destId="{843075B0-D6D3-4754-84C3-EA397CBA25EF}" srcOrd="7" destOrd="0" presId="urn:microsoft.com/office/officeart/2005/8/layout/cycle1"/>
    <dgm:cxn modelId="{7C5DBFCA-9B5C-46EF-9DCF-DE378E8168BA}" type="presParOf" srcId="{D073ADCA-5C5D-44A4-9719-386EBB06165E}" destId="{59418D37-3FC5-41BA-BBC9-8C6AC87D4BD0}" srcOrd="8" destOrd="0" presId="urn:microsoft.com/office/officeart/2005/8/layout/cycle1"/>
    <dgm:cxn modelId="{E8A98F73-2791-4428-A635-C559CED41F9C}" type="presParOf" srcId="{D073ADCA-5C5D-44A4-9719-386EBB06165E}" destId="{672B1B5A-7DE8-4565-A87C-D96BA3596891}" srcOrd="9" destOrd="0" presId="urn:microsoft.com/office/officeart/2005/8/layout/cycle1"/>
    <dgm:cxn modelId="{EC7B94E8-A118-4A88-BD62-E99B05D9EEA0}" type="presParOf" srcId="{D073ADCA-5C5D-44A4-9719-386EBB06165E}" destId="{FE29E908-7DDF-41AD-BA0E-30419FB7A4A5}" srcOrd="10" destOrd="0" presId="urn:microsoft.com/office/officeart/2005/8/layout/cycle1"/>
    <dgm:cxn modelId="{FB0E4AD8-F381-43CC-86CF-536494B99ABF}" type="presParOf" srcId="{D073ADCA-5C5D-44A4-9719-386EBB06165E}" destId="{D5E2E55D-5BE8-420F-9E27-141A137E27F8}" srcOrd="11" destOrd="0" presId="urn:microsoft.com/office/officeart/2005/8/layout/cycle1"/>
    <dgm:cxn modelId="{CEF5E206-B87F-4F80-AD98-9C97B67F1FCA}" type="presParOf" srcId="{D073ADCA-5C5D-44A4-9719-386EBB06165E}" destId="{9F5A9947-33E5-4027-9951-706AA867FAF8}" srcOrd="12" destOrd="0" presId="urn:microsoft.com/office/officeart/2005/8/layout/cycle1"/>
    <dgm:cxn modelId="{B075EB04-CCD0-4670-B008-729123D1C4FF}" type="presParOf" srcId="{D073ADCA-5C5D-44A4-9719-386EBB06165E}" destId="{3A34FFBD-A2ED-4F19-93BA-D0B11387C03E}" srcOrd="13" destOrd="0" presId="urn:microsoft.com/office/officeart/2005/8/layout/cycle1"/>
    <dgm:cxn modelId="{0F4ED8CC-14EC-41F7-B2FA-180D84F16DED}" type="presParOf" srcId="{D073ADCA-5C5D-44A4-9719-386EBB06165E}" destId="{F3ECC07A-CBA1-4952-9194-8E656C9B0D88}" srcOrd="14" destOrd="0" presId="urn:microsoft.com/office/officeart/2005/8/layout/cycle1"/>
    <dgm:cxn modelId="{40504B8C-0B40-4EA5-8D73-F1FB1A90381E}" type="presParOf" srcId="{D073ADCA-5C5D-44A4-9719-386EBB06165E}" destId="{6F03EDE9-3B7B-4953-A6FC-F22C262CDB52}" srcOrd="15" destOrd="0" presId="urn:microsoft.com/office/officeart/2005/8/layout/cycle1"/>
    <dgm:cxn modelId="{3D49C6AA-F92C-449D-B70D-655BB7995D80}" type="presParOf" srcId="{D073ADCA-5C5D-44A4-9719-386EBB06165E}" destId="{B543A972-EDB1-4D3C-91EE-D6672A335B02}" srcOrd="16" destOrd="0" presId="urn:microsoft.com/office/officeart/2005/8/layout/cycle1"/>
    <dgm:cxn modelId="{E76C254C-B1BD-4066-8965-11C5871A4D40}" type="presParOf" srcId="{D073ADCA-5C5D-44A4-9719-386EBB06165E}" destId="{7617E6C0-25A9-4933-97FF-5738A5D232DF}" srcOrd="17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68957FE-5B85-48B5-ABB7-E5CF48FFD6C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89A2032-1D00-4D0D-B8C3-FD9AB131E125}">
      <dgm:prSet/>
      <dgm:spPr/>
      <dgm:t>
        <a:bodyPr/>
        <a:lstStyle/>
        <a:p>
          <a:r>
            <a:rPr lang="en-US"/>
            <a:t>• Criação do repositório</a:t>
          </a:r>
        </a:p>
      </dgm:t>
    </dgm:pt>
    <dgm:pt modelId="{4CF9BD7E-BFA7-4CE1-A5E6-83D9D232E5A4}" type="parTrans" cxnId="{20B01B1A-1506-4C89-A88D-7993405799F1}">
      <dgm:prSet/>
      <dgm:spPr/>
      <dgm:t>
        <a:bodyPr/>
        <a:lstStyle/>
        <a:p>
          <a:endParaRPr lang="en-US"/>
        </a:p>
      </dgm:t>
    </dgm:pt>
    <dgm:pt modelId="{7D4FC1CC-4115-4FBA-83E6-684ED91FDC36}" type="sibTrans" cxnId="{20B01B1A-1506-4C89-A88D-7993405799F1}">
      <dgm:prSet/>
      <dgm:spPr/>
      <dgm:t>
        <a:bodyPr/>
        <a:lstStyle/>
        <a:p>
          <a:endParaRPr lang="en-US"/>
        </a:p>
      </dgm:t>
    </dgm:pt>
    <dgm:pt modelId="{4432BCCA-2971-405E-A0E5-63DB986485EB}">
      <dgm:prSet/>
      <dgm:spPr/>
      <dgm:t>
        <a:bodyPr/>
        <a:lstStyle/>
        <a:p>
          <a:r>
            <a:rPr lang="en-US"/>
            <a:t>• Estrutura inicial: frontend/backend</a:t>
          </a:r>
        </a:p>
      </dgm:t>
    </dgm:pt>
    <dgm:pt modelId="{B5C8966F-C48D-4EA1-B4BC-ABA2B4BCC13D}" type="parTrans" cxnId="{7D590B40-61E9-460A-8187-63A49BDF9B8D}">
      <dgm:prSet/>
      <dgm:spPr/>
      <dgm:t>
        <a:bodyPr/>
        <a:lstStyle/>
        <a:p>
          <a:endParaRPr lang="en-US"/>
        </a:p>
      </dgm:t>
    </dgm:pt>
    <dgm:pt modelId="{01D59617-8E20-4FF7-8397-19C6CBC29129}" type="sibTrans" cxnId="{7D590B40-61E9-460A-8187-63A49BDF9B8D}">
      <dgm:prSet/>
      <dgm:spPr/>
      <dgm:t>
        <a:bodyPr/>
        <a:lstStyle/>
        <a:p>
          <a:endParaRPr lang="en-US"/>
        </a:p>
      </dgm:t>
    </dgm:pt>
    <dgm:pt modelId="{D76C9E34-CBEA-434D-B5DD-7B8D5FE9B311}">
      <dgm:prSet/>
      <dgm:spPr/>
      <dgm:t>
        <a:bodyPr/>
        <a:lstStyle/>
        <a:p>
          <a:r>
            <a:rPr lang="en-US"/>
            <a:t>• Branches: main, dev, feature/*</a:t>
          </a:r>
        </a:p>
      </dgm:t>
    </dgm:pt>
    <dgm:pt modelId="{D7E9F72D-EE1C-4886-98AE-912AA98F16A3}" type="parTrans" cxnId="{735950A5-25C5-4564-9803-22738AEC8F26}">
      <dgm:prSet/>
      <dgm:spPr/>
      <dgm:t>
        <a:bodyPr/>
        <a:lstStyle/>
        <a:p>
          <a:endParaRPr lang="en-US"/>
        </a:p>
      </dgm:t>
    </dgm:pt>
    <dgm:pt modelId="{C68502FE-AF91-4793-BB53-91AEFC88588C}" type="sibTrans" cxnId="{735950A5-25C5-4564-9803-22738AEC8F26}">
      <dgm:prSet/>
      <dgm:spPr/>
      <dgm:t>
        <a:bodyPr/>
        <a:lstStyle/>
        <a:p>
          <a:endParaRPr lang="en-US"/>
        </a:p>
      </dgm:t>
    </dgm:pt>
    <dgm:pt modelId="{BC36F872-2958-449C-BC9D-90AE1F951F15}">
      <dgm:prSet/>
      <dgm:spPr/>
      <dgm:t>
        <a:bodyPr/>
        <a:lstStyle/>
        <a:p>
          <a:r>
            <a:rPr lang="en-US"/>
            <a:t>• Adição de colaboradores</a:t>
          </a:r>
        </a:p>
      </dgm:t>
    </dgm:pt>
    <dgm:pt modelId="{14850399-A2F4-4C77-9666-88C53E523187}" type="parTrans" cxnId="{4011F08A-2DF2-4CE6-9526-63E52577EB0A}">
      <dgm:prSet/>
      <dgm:spPr/>
      <dgm:t>
        <a:bodyPr/>
        <a:lstStyle/>
        <a:p>
          <a:endParaRPr lang="en-US"/>
        </a:p>
      </dgm:t>
    </dgm:pt>
    <dgm:pt modelId="{0BB28372-798F-4C4A-B10A-D50C45E2E842}" type="sibTrans" cxnId="{4011F08A-2DF2-4CE6-9526-63E52577EB0A}">
      <dgm:prSet/>
      <dgm:spPr/>
      <dgm:t>
        <a:bodyPr/>
        <a:lstStyle/>
        <a:p>
          <a:endParaRPr lang="en-US"/>
        </a:p>
      </dgm:t>
    </dgm:pt>
    <dgm:pt modelId="{C7EF9800-ABCE-4BA8-BF6E-FFE9834DD2F1}" type="pres">
      <dgm:prSet presAssocID="{D68957FE-5B85-48B5-ABB7-E5CF48FFD6C1}" presName="diagram" presStyleCnt="0">
        <dgm:presLayoutVars>
          <dgm:dir/>
          <dgm:resizeHandles val="exact"/>
        </dgm:presLayoutVars>
      </dgm:prSet>
      <dgm:spPr/>
    </dgm:pt>
    <dgm:pt modelId="{D1B101BE-6AD9-428F-8944-AEE9942AE3E2}" type="pres">
      <dgm:prSet presAssocID="{B89A2032-1D00-4D0D-B8C3-FD9AB131E125}" presName="node" presStyleLbl="node1" presStyleIdx="0" presStyleCnt="4">
        <dgm:presLayoutVars>
          <dgm:bulletEnabled val="1"/>
        </dgm:presLayoutVars>
      </dgm:prSet>
      <dgm:spPr/>
    </dgm:pt>
    <dgm:pt modelId="{B0121B3F-3FA0-4E6F-BDCD-51D82B6BE6FE}" type="pres">
      <dgm:prSet presAssocID="{7D4FC1CC-4115-4FBA-83E6-684ED91FDC36}" presName="sibTrans" presStyleCnt="0"/>
      <dgm:spPr/>
    </dgm:pt>
    <dgm:pt modelId="{F1112778-A03C-4718-AF1C-11149154BDBB}" type="pres">
      <dgm:prSet presAssocID="{4432BCCA-2971-405E-A0E5-63DB986485EB}" presName="node" presStyleLbl="node1" presStyleIdx="1" presStyleCnt="4">
        <dgm:presLayoutVars>
          <dgm:bulletEnabled val="1"/>
        </dgm:presLayoutVars>
      </dgm:prSet>
      <dgm:spPr/>
    </dgm:pt>
    <dgm:pt modelId="{438AE1C0-25B3-4DB4-84CA-392030708CC2}" type="pres">
      <dgm:prSet presAssocID="{01D59617-8E20-4FF7-8397-19C6CBC29129}" presName="sibTrans" presStyleCnt="0"/>
      <dgm:spPr/>
    </dgm:pt>
    <dgm:pt modelId="{3B5BC1CE-842C-4EFF-AE02-B7E72B04093F}" type="pres">
      <dgm:prSet presAssocID="{D76C9E34-CBEA-434D-B5DD-7B8D5FE9B311}" presName="node" presStyleLbl="node1" presStyleIdx="2" presStyleCnt="4">
        <dgm:presLayoutVars>
          <dgm:bulletEnabled val="1"/>
        </dgm:presLayoutVars>
      </dgm:prSet>
      <dgm:spPr/>
    </dgm:pt>
    <dgm:pt modelId="{3E78290C-03E9-4998-92F5-5E47895365AA}" type="pres">
      <dgm:prSet presAssocID="{C68502FE-AF91-4793-BB53-91AEFC88588C}" presName="sibTrans" presStyleCnt="0"/>
      <dgm:spPr/>
    </dgm:pt>
    <dgm:pt modelId="{0BC9B9B3-58EA-4AD1-8830-89586F64B62B}" type="pres">
      <dgm:prSet presAssocID="{BC36F872-2958-449C-BC9D-90AE1F951F15}" presName="node" presStyleLbl="node1" presStyleIdx="3" presStyleCnt="4">
        <dgm:presLayoutVars>
          <dgm:bulletEnabled val="1"/>
        </dgm:presLayoutVars>
      </dgm:prSet>
      <dgm:spPr/>
    </dgm:pt>
  </dgm:ptLst>
  <dgm:cxnLst>
    <dgm:cxn modelId="{20B01B1A-1506-4C89-A88D-7993405799F1}" srcId="{D68957FE-5B85-48B5-ABB7-E5CF48FFD6C1}" destId="{B89A2032-1D00-4D0D-B8C3-FD9AB131E125}" srcOrd="0" destOrd="0" parTransId="{4CF9BD7E-BFA7-4CE1-A5E6-83D9D232E5A4}" sibTransId="{7D4FC1CC-4115-4FBA-83E6-684ED91FDC36}"/>
    <dgm:cxn modelId="{7D590B40-61E9-460A-8187-63A49BDF9B8D}" srcId="{D68957FE-5B85-48B5-ABB7-E5CF48FFD6C1}" destId="{4432BCCA-2971-405E-A0E5-63DB986485EB}" srcOrd="1" destOrd="0" parTransId="{B5C8966F-C48D-4EA1-B4BC-ABA2B4BCC13D}" sibTransId="{01D59617-8E20-4FF7-8397-19C6CBC29129}"/>
    <dgm:cxn modelId="{427E1250-B2FA-40E9-AF61-14C9E066C6A7}" type="presOf" srcId="{BC36F872-2958-449C-BC9D-90AE1F951F15}" destId="{0BC9B9B3-58EA-4AD1-8830-89586F64B62B}" srcOrd="0" destOrd="0" presId="urn:microsoft.com/office/officeart/2005/8/layout/default"/>
    <dgm:cxn modelId="{68865E55-5ECD-474A-B836-0B1880D5D32B}" type="presOf" srcId="{B89A2032-1D00-4D0D-B8C3-FD9AB131E125}" destId="{D1B101BE-6AD9-428F-8944-AEE9942AE3E2}" srcOrd="0" destOrd="0" presId="urn:microsoft.com/office/officeart/2005/8/layout/default"/>
    <dgm:cxn modelId="{4011F08A-2DF2-4CE6-9526-63E52577EB0A}" srcId="{D68957FE-5B85-48B5-ABB7-E5CF48FFD6C1}" destId="{BC36F872-2958-449C-BC9D-90AE1F951F15}" srcOrd="3" destOrd="0" parTransId="{14850399-A2F4-4C77-9666-88C53E523187}" sibTransId="{0BB28372-798F-4C4A-B10A-D50C45E2E842}"/>
    <dgm:cxn modelId="{735950A5-25C5-4564-9803-22738AEC8F26}" srcId="{D68957FE-5B85-48B5-ABB7-E5CF48FFD6C1}" destId="{D76C9E34-CBEA-434D-B5DD-7B8D5FE9B311}" srcOrd="2" destOrd="0" parTransId="{D7E9F72D-EE1C-4886-98AE-912AA98F16A3}" sibTransId="{C68502FE-AF91-4793-BB53-91AEFC88588C}"/>
    <dgm:cxn modelId="{846BC0A8-D0DF-4296-AB46-0B6E5981D297}" type="presOf" srcId="{D76C9E34-CBEA-434D-B5DD-7B8D5FE9B311}" destId="{3B5BC1CE-842C-4EFF-AE02-B7E72B04093F}" srcOrd="0" destOrd="0" presId="urn:microsoft.com/office/officeart/2005/8/layout/default"/>
    <dgm:cxn modelId="{4A8BD6DB-6101-4D95-8C72-2D44E9DF0627}" type="presOf" srcId="{D68957FE-5B85-48B5-ABB7-E5CF48FFD6C1}" destId="{C7EF9800-ABCE-4BA8-BF6E-FFE9834DD2F1}" srcOrd="0" destOrd="0" presId="urn:microsoft.com/office/officeart/2005/8/layout/default"/>
    <dgm:cxn modelId="{24DD14E3-8521-4FF6-B3E0-3FC96E42C198}" type="presOf" srcId="{4432BCCA-2971-405E-A0E5-63DB986485EB}" destId="{F1112778-A03C-4718-AF1C-11149154BDBB}" srcOrd="0" destOrd="0" presId="urn:microsoft.com/office/officeart/2005/8/layout/default"/>
    <dgm:cxn modelId="{14004336-082F-4085-9CB9-33F52C486879}" type="presParOf" srcId="{C7EF9800-ABCE-4BA8-BF6E-FFE9834DD2F1}" destId="{D1B101BE-6AD9-428F-8944-AEE9942AE3E2}" srcOrd="0" destOrd="0" presId="urn:microsoft.com/office/officeart/2005/8/layout/default"/>
    <dgm:cxn modelId="{F8098119-60CA-4363-9788-511D043CB755}" type="presParOf" srcId="{C7EF9800-ABCE-4BA8-BF6E-FFE9834DD2F1}" destId="{B0121B3F-3FA0-4E6F-BDCD-51D82B6BE6FE}" srcOrd="1" destOrd="0" presId="urn:microsoft.com/office/officeart/2005/8/layout/default"/>
    <dgm:cxn modelId="{1371D570-7CC4-4E5C-8BB3-A95EDB046FA7}" type="presParOf" srcId="{C7EF9800-ABCE-4BA8-BF6E-FFE9834DD2F1}" destId="{F1112778-A03C-4718-AF1C-11149154BDBB}" srcOrd="2" destOrd="0" presId="urn:microsoft.com/office/officeart/2005/8/layout/default"/>
    <dgm:cxn modelId="{D31987AC-87E0-4E4A-B6C1-ED0BD5E7249A}" type="presParOf" srcId="{C7EF9800-ABCE-4BA8-BF6E-FFE9834DD2F1}" destId="{438AE1C0-25B3-4DB4-84CA-392030708CC2}" srcOrd="3" destOrd="0" presId="urn:microsoft.com/office/officeart/2005/8/layout/default"/>
    <dgm:cxn modelId="{A0E5B473-7022-43AC-B1B8-FB46EFAC0A60}" type="presParOf" srcId="{C7EF9800-ABCE-4BA8-BF6E-FFE9834DD2F1}" destId="{3B5BC1CE-842C-4EFF-AE02-B7E72B04093F}" srcOrd="4" destOrd="0" presId="urn:microsoft.com/office/officeart/2005/8/layout/default"/>
    <dgm:cxn modelId="{D138E33B-BC7C-430B-B2A1-16D510E446C6}" type="presParOf" srcId="{C7EF9800-ABCE-4BA8-BF6E-FFE9834DD2F1}" destId="{3E78290C-03E9-4998-92F5-5E47895365AA}" srcOrd="5" destOrd="0" presId="urn:microsoft.com/office/officeart/2005/8/layout/default"/>
    <dgm:cxn modelId="{8E3DF1DA-62A7-4076-BD09-BC0FDDE3B251}" type="presParOf" srcId="{C7EF9800-ABCE-4BA8-BF6E-FFE9834DD2F1}" destId="{0BC9B9B3-58EA-4AD1-8830-89586F64B62B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D6EC90C-D6FA-482A-B13C-C6210B9D230E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21601B4-7FDB-499F-8C29-56127A85F9D9}">
      <dgm:prSet/>
      <dgm:spPr/>
      <dgm:t>
        <a:bodyPr/>
        <a:lstStyle/>
        <a:p>
          <a:r>
            <a:rPr lang="pt-PT" b="1" dirty="0"/>
            <a:t>US_A001 — Levantamento de Requisitos (FURPS+)</a:t>
          </a:r>
          <a:br>
            <a:rPr lang="pt-PT" dirty="0"/>
          </a:br>
          <a:r>
            <a:rPr lang="pt-PT" dirty="0"/>
            <a:t>Responsável: João</a:t>
          </a:r>
          <a:br>
            <a:rPr lang="pt-PT" dirty="0"/>
          </a:br>
          <a:r>
            <a:rPr lang="pt-PT" dirty="0"/>
            <a:t>Conclusão: </a:t>
          </a:r>
          <a:r>
            <a:rPr lang="pt-PT" b="1" dirty="0"/>
            <a:t>100%</a:t>
          </a:r>
          <a:endParaRPr lang="en-US" dirty="0"/>
        </a:p>
      </dgm:t>
    </dgm:pt>
    <dgm:pt modelId="{D84796A4-53DB-4300-8CD8-49175919C237}" type="parTrans" cxnId="{4525E7D0-F51F-4416-A29A-816E97C0C17A}">
      <dgm:prSet/>
      <dgm:spPr/>
      <dgm:t>
        <a:bodyPr/>
        <a:lstStyle/>
        <a:p>
          <a:endParaRPr lang="en-US"/>
        </a:p>
      </dgm:t>
    </dgm:pt>
    <dgm:pt modelId="{18039983-D167-4409-8E9E-6268D4AC09F2}" type="sibTrans" cxnId="{4525E7D0-F51F-4416-A29A-816E97C0C17A}">
      <dgm:prSet/>
      <dgm:spPr/>
      <dgm:t>
        <a:bodyPr/>
        <a:lstStyle/>
        <a:p>
          <a:endParaRPr lang="en-US"/>
        </a:p>
      </dgm:t>
    </dgm:pt>
    <dgm:pt modelId="{477CA6CE-C5C7-4B0C-96EB-3EB22E27D26E}">
      <dgm:prSet/>
      <dgm:spPr/>
      <dgm:t>
        <a:bodyPr/>
        <a:lstStyle/>
        <a:p>
          <a:r>
            <a:rPr lang="pt-PT" b="1" dirty="0"/>
            <a:t>US_A002 — Diagrama de Use Cases</a:t>
          </a:r>
          <a:br>
            <a:rPr lang="pt-PT" dirty="0"/>
          </a:br>
          <a:r>
            <a:rPr lang="pt-PT" dirty="0"/>
            <a:t>Responsável: </a:t>
          </a:r>
          <a:r>
            <a:rPr lang="pt-PT" i="1" dirty="0"/>
            <a:t>João</a:t>
          </a:r>
          <a:br>
            <a:rPr lang="pt-PT" dirty="0"/>
          </a:br>
          <a:r>
            <a:rPr lang="pt-PT" dirty="0"/>
            <a:t>Conclusão: </a:t>
          </a:r>
          <a:r>
            <a:rPr lang="pt-PT" b="1" dirty="0"/>
            <a:t>100%</a:t>
          </a:r>
          <a:endParaRPr lang="en-US" dirty="0"/>
        </a:p>
      </dgm:t>
    </dgm:pt>
    <dgm:pt modelId="{5ACB0562-E16D-4B81-B2AE-AF41A4097D80}" type="parTrans" cxnId="{184B6D15-64A9-433F-8D36-66B45D366938}">
      <dgm:prSet/>
      <dgm:spPr/>
      <dgm:t>
        <a:bodyPr/>
        <a:lstStyle/>
        <a:p>
          <a:endParaRPr lang="en-US"/>
        </a:p>
      </dgm:t>
    </dgm:pt>
    <dgm:pt modelId="{5960457B-E356-4293-9CE7-86F1CFF2840E}" type="sibTrans" cxnId="{184B6D15-64A9-433F-8D36-66B45D366938}">
      <dgm:prSet/>
      <dgm:spPr/>
      <dgm:t>
        <a:bodyPr/>
        <a:lstStyle/>
        <a:p>
          <a:endParaRPr lang="en-US"/>
        </a:p>
      </dgm:t>
    </dgm:pt>
    <dgm:pt modelId="{B105E67B-13F9-43EB-9F4B-FEC64D2F42A5}">
      <dgm:prSet/>
      <dgm:spPr/>
      <dgm:t>
        <a:bodyPr/>
        <a:lstStyle/>
        <a:p>
          <a:r>
            <a:rPr lang="pt-PT" b="1" dirty="0"/>
            <a:t>US_A003 — Modelo Relacional de Dados (ERD)</a:t>
          </a:r>
          <a:br>
            <a:rPr lang="pt-PT" dirty="0"/>
          </a:br>
          <a:r>
            <a:rPr lang="pt-PT" dirty="0"/>
            <a:t>Responsável: Zé</a:t>
          </a:r>
          <a:br>
            <a:rPr lang="pt-PT" dirty="0"/>
          </a:br>
          <a:r>
            <a:rPr lang="pt-PT" dirty="0"/>
            <a:t>Conclusão: </a:t>
          </a:r>
          <a:r>
            <a:rPr lang="pt-PT" b="1" dirty="0"/>
            <a:t>100%</a:t>
          </a:r>
          <a:endParaRPr lang="en-US" dirty="0"/>
        </a:p>
      </dgm:t>
    </dgm:pt>
    <dgm:pt modelId="{DFE5E2C3-4BC1-4B30-A0BE-2570B7C3F980}" type="parTrans" cxnId="{026618AA-F12F-4B81-ABDB-DB532E1933F6}">
      <dgm:prSet/>
      <dgm:spPr/>
      <dgm:t>
        <a:bodyPr/>
        <a:lstStyle/>
        <a:p>
          <a:endParaRPr lang="en-US"/>
        </a:p>
      </dgm:t>
    </dgm:pt>
    <dgm:pt modelId="{CA02F5AC-0CEE-42DB-875E-DA888651BF43}" type="sibTrans" cxnId="{026618AA-F12F-4B81-ABDB-DB532E1933F6}">
      <dgm:prSet/>
      <dgm:spPr/>
      <dgm:t>
        <a:bodyPr/>
        <a:lstStyle/>
        <a:p>
          <a:endParaRPr lang="en-US"/>
        </a:p>
      </dgm:t>
    </dgm:pt>
    <dgm:pt modelId="{92D74239-5D82-4BC1-9CBC-1DF863B67EC3}">
      <dgm:prSet/>
      <dgm:spPr/>
      <dgm:t>
        <a:bodyPr/>
        <a:lstStyle/>
        <a:p>
          <a:r>
            <a:rPr lang="pt-PT" b="1" dirty="0"/>
            <a:t>US_A004 — Modelo de Domínio (DDD)</a:t>
          </a:r>
          <a:br>
            <a:rPr lang="pt-PT" dirty="0"/>
          </a:br>
          <a:r>
            <a:rPr lang="pt-PT" dirty="0"/>
            <a:t>Responsável: </a:t>
          </a:r>
          <a:r>
            <a:rPr lang="pt-PT" b="0" dirty="0"/>
            <a:t>Zé</a:t>
          </a:r>
          <a:br>
            <a:rPr lang="pt-PT" dirty="0"/>
          </a:br>
          <a:r>
            <a:rPr lang="pt-PT" dirty="0"/>
            <a:t>Conclusão: </a:t>
          </a:r>
          <a:r>
            <a:rPr lang="pt-PT" b="1" dirty="0"/>
            <a:t>100%</a:t>
          </a:r>
          <a:endParaRPr lang="en-US" dirty="0"/>
        </a:p>
      </dgm:t>
    </dgm:pt>
    <dgm:pt modelId="{89A5B20F-F731-4690-BA4C-D17FC28F48C2}" type="parTrans" cxnId="{A3C137DF-445E-4D47-A378-6208D493B002}">
      <dgm:prSet/>
      <dgm:spPr/>
      <dgm:t>
        <a:bodyPr/>
        <a:lstStyle/>
        <a:p>
          <a:endParaRPr lang="en-US"/>
        </a:p>
      </dgm:t>
    </dgm:pt>
    <dgm:pt modelId="{BC00C8FC-347F-4494-ABDB-BF60DA165C5A}" type="sibTrans" cxnId="{A3C137DF-445E-4D47-A378-6208D493B002}">
      <dgm:prSet/>
      <dgm:spPr/>
      <dgm:t>
        <a:bodyPr/>
        <a:lstStyle/>
        <a:p>
          <a:endParaRPr lang="en-US"/>
        </a:p>
      </dgm:t>
    </dgm:pt>
    <dgm:pt modelId="{D8AB936D-617C-4610-A3C4-F134D73C3E6D}">
      <dgm:prSet/>
      <dgm:spPr/>
      <dgm:t>
        <a:bodyPr/>
        <a:lstStyle/>
        <a:p>
          <a:r>
            <a:rPr lang="pt-PT" b="1" dirty="0"/>
            <a:t>US_A005 — Cenário Estruturado do UC “Executar Simulação”</a:t>
          </a:r>
          <a:br>
            <a:rPr lang="pt-PT" dirty="0"/>
          </a:br>
          <a:r>
            <a:rPr lang="pt-PT" dirty="0"/>
            <a:t>Responsável: João</a:t>
          </a:r>
          <a:br>
            <a:rPr lang="pt-PT" dirty="0"/>
          </a:br>
          <a:r>
            <a:rPr lang="pt-PT" dirty="0"/>
            <a:t>Conclusão: </a:t>
          </a:r>
          <a:r>
            <a:rPr lang="pt-PT" b="1" dirty="0"/>
            <a:t>100%</a:t>
          </a:r>
          <a:endParaRPr lang="en-US" dirty="0"/>
        </a:p>
      </dgm:t>
    </dgm:pt>
    <dgm:pt modelId="{7BB04639-27C8-461D-A945-BCEB79D18098}" type="parTrans" cxnId="{DACB8F42-B135-481D-9DE3-2576AD970D09}">
      <dgm:prSet/>
      <dgm:spPr/>
      <dgm:t>
        <a:bodyPr/>
        <a:lstStyle/>
        <a:p>
          <a:endParaRPr lang="en-US"/>
        </a:p>
      </dgm:t>
    </dgm:pt>
    <dgm:pt modelId="{F90195B4-0C48-4F69-896B-8AFC8821E071}" type="sibTrans" cxnId="{DACB8F42-B135-481D-9DE3-2576AD970D09}">
      <dgm:prSet/>
      <dgm:spPr/>
      <dgm:t>
        <a:bodyPr/>
        <a:lstStyle/>
        <a:p>
          <a:endParaRPr lang="en-US"/>
        </a:p>
      </dgm:t>
    </dgm:pt>
    <dgm:pt modelId="{AD7FD856-4E92-4AE0-B46C-E14511E9FC5F}">
      <dgm:prSet/>
      <dgm:spPr/>
      <dgm:t>
        <a:bodyPr/>
        <a:lstStyle/>
        <a:p>
          <a:r>
            <a:rPr lang="pt-PT" b="1" dirty="0"/>
            <a:t>US_A006 — Repositório GitHub Configurado</a:t>
          </a:r>
          <a:br>
            <a:rPr lang="pt-PT" dirty="0"/>
          </a:br>
          <a:r>
            <a:rPr lang="pt-PT" dirty="0"/>
            <a:t>Responsável: João</a:t>
          </a:r>
          <a:br>
            <a:rPr lang="pt-PT" dirty="0"/>
          </a:br>
          <a:r>
            <a:rPr lang="pt-PT" dirty="0"/>
            <a:t>Conclusão: </a:t>
          </a:r>
          <a:r>
            <a:rPr lang="pt-PT" b="1" dirty="0"/>
            <a:t>100%</a:t>
          </a:r>
          <a:endParaRPr lang="en-US" dirty="0"/>
        </a:p>
      </dgm:t>
    </dgm:pt>
    <dgm:pt modelId="{359B2E8B-EB16-46A4-AB2A-2AF1810DDB18}" type="parTrans" cxnId="{C9E629D5-AFD8-4CE4-A54A-56640C634960}">
      <dgm:prSet/>
      <dgm:spPr/>
      <dgm:t>
        <a:bodyPr/>
        <a:lstStyle/>
        <a:p>
          <a:endParaRPr lang="en-US"/>
        </a:p>
      </dgm:t>
    </dgm:pt>
    <dgm:pt modelId="{30B2DE16-33A0-4C27-831D-6445DC2CF5D7}" type="sibTrans" cxnId="{C9E629D5-AFD8-4CE4-A54A-56640C634960}">
      <dgm:prSet/>
      <dgm:spPr/>
      <dgm:t>
        <a:bodyPr/>
        <a:lstStyle/>
        <a:p>
          <a:endParaRPr lang="en-US"/>
        </a:p>
      </dgm:t>
    </dgm:pt>
    <dgm:pt modelId="{3D826333-C0BC-4DEA-BF26-25294E0DFECE}">
      <dgm:prSet/>
      <dgm:spPr/>
      <dgm:t>
        <a:bodyPr/>
        <a:lstStyle/>
        <a:p>
          <a:r>
            <a:rPr lang="pt-PT" b="1" dirty="0"/>
            <a:t>US_A007 — Dicionário de Dados</a:t>
          </a:r>
          <a:br>
            <a:rPr lang="pt-PT" dirty="0"/>
          </a:br>
          <a:r>
            <a:rPr lang="pt-PT" dirty="0"/>
            <a:t>Responsável: Zé</a:t>
          </a:r>
          <a:br>
            <a:rPr lang="pt-PT" dirty="0"/>
          </a:br>
          <a:r>
            <a:rPr lang="pt-PT" dirty="0"/>
            <a:t>Conclusão: </a:t>
          </a:r>
          <a:r>
            <a:rPr lang="pt-PT" b="1" dirty="0"/>
            <a:t>100%</a:t>
          </a:r>
          <a:endParaRPr lang="en-US" dirty="0"/>
        </a:p>
      </dgm:t>
    </dgm:pt>
    <dgm:pt modelId="{9D6212BE-3111-4393-BAFE-3715F4F91775}" type="parTrans" cxnId="{9024A939-3CF4-42F3-9DF0-793EB9D92258}">
      <dgm:prSet/>
      <dgm:spPr/>
      <dgm:t>
        <a:bodyPr/>
        <a:lstStyle/>
        <a:p>
          <a:endParaRPr lang="en-US"/>
        </a:p>
      </dgm:t>
    </dgm:pt>
    <dgm:pt modelId="{EA03CB4A-4E8A-4F25-8C4B-38455FED196D}" type="sibTrans" cxnId="{9024A939-3CF4-42F3-9DF0-793EB9D92258}">
      <dgm:prSet/>
      <dgm:spPr/>
      <dgm:t>
        <a:bodyPr/>
        <a:lstStyle/>
        <a:p>
          <a:endParaRPr lang="en-US"/>
        </a:p>
      </dgm:t>
    </dgm:pt>
    <dgm:pt modelId="{8E6BC78B-E09F-4496-88AE-649964408123}">
      <dgm:prSet/>
      <dgm:spPr/>
      <dgm:t>
        <a:bodyPr/>
        <a:lstStyle/>
        <a:p>
          <a:r>
            <a:rPr lang="pt-PT" b="1" dirty="0"/>
            <a:t>US_A008 — Fluxograma do UC “Executar Simulação”</a:t>
          </a:r>
          <a:br>
            <a:rPr lang="pt-PT" dirty="0"/>
          </a:br>
          <a:r>
            <a:rPr lang="pt-PT" dirty="0"/>
            <a:t>Responsável: João</a:t>
          </a:r>
          <a:br>
            <a:rPr lang="pt-PT" dirty="0"/>
          </a:br>
          <a:r>
            <a:rPr lang="pt-PT" dirty="0"/>
            <a:t>Conclusão: </a:t>
          </a:r>
          <a:r>
            <a:rPr lang="pt-PT" b="1" dirty="0"/>
            <a:t>100%</a:t>
          </a:r>
          <a:endParaRPr lang="en-US" dirty="0"/>
        </a:p>
      </dgm:t>
    </dgm:pt>
    <dgm:pt modelId="{CDE035BC-228D-40F0-A098-34A6AE843959}" type="parTrans" cxnId="{513DDA2C-BC58-42EE-B94C-78E21F0172C1}">
      <dgm:prSet/>
      <dgm:spPr/>
      <dgm:t>
        <a:bodyPr/>
        <a:lstStyle/>
        <a:p>
          <a:endParaRPr lang="en-US"/>
        </a:p>
      </dgm:t>
    </dgm:pt>
    <dgm:pt modelId="{4CAD3EF0-2C7A-41AB-A5B6-7D9A3F7DE331}" type="sibTrans" cxnId="{513DDA2C-BC58-42EE-B94C-78E21F0172C1}">
      <dgm:prSet/>
      <dgm:spPr/>
      <dgm:t>
        <a:bodyPr/>
        <a:lstStyle/>
        <a:p>
          <a:endParaRPr lang="en-US"/>
        </a:p>
      </dgm:t>
    </dgm:pt>
    <dgm:pt modelId="{9CF2247C-D6FD-4B10-B5F8-50F9D13344D1}">
      <dgm:prSet/>
      <dgm:spPr/>
      <dgm:t>
        <a:bodyPr/>
        <a:lstStyle/>
        <a:p>
          <a:r>
            <a:rPr lang="pt-PT" b="1" dirty="0"/>
            <a:t>US_A009 — Preparação da Apresentação</a:t>
          </a:r>
          <a:br>
            <a:rPr lang="pt-PT" dirty="0"/>
          </a:br>
          <a:r>
            <a:rPr lang="pt-PT" dirty="0"/>
            <a:t>Responsável: </a:t>
          </a:r>
          <a:r>
            <a:rPr lang="pt-PT" b="0" dirty="0"/>
            <a:t>Zé</a:t>
          </a:r>
          <a:br>
            <a:rPr lang="pt-PT" dirty="0"/>
          </a:br>
          <a:r>
            <a:rPr lang="pt-PT" dirty="0"/>
            <a:t>Conclusão: </a:t>
          </a:r>
          <a:r>
            <a:rPr lang="pt-PT" b="1" dirty="0"/>
            <a:t>100%</a:t>
          </a:r>
          <a:endParaRPr lang="en-US" dirty="0"/>
        </a:p>
      </dgm:t>
    </dgm:pt>
    <dgm:pt modelId="{87203172-5ABE-45EE-87D0-0843162D6F0F}" type="parTrans" cxnId="{A12E7DDE-877C-4371-A5DD-EB92D291F81F}">
      <dgm:prSet/>
      <dgm:spPr/>
      <dgm:t>
        <a:bodyPr/>
        <a:lstStyle/>
        <a:p>
          <a:endParaRPr lang="en-US"/>
        </a:p>
      </dgm:t>
    </dgm:pt>
    <dgm:pt modelId="{95944E76-DF98-49A7-AE07-7D04E42E754B}" type="sibTrans" cxnId="{A12E7DDE-877C-4371-A5DD-EB92D291F81F}">
      <dgm:prSet/>
      <dgm:spPr/>
      <dgm:t>
        <a:bodyPr/>
        <a:lstStyle/>
        <a:p>
          <a:endParaRPr lang="en-US"/>
        </a:p>
      </dgm:t>
    </dgm:pt>
    <dgm:pt modelId="{EE2BFB51-BBDD-4F57-BC47-BBEDBCCBABE9}">
      <dgm:prSet/>
      <dgm:spPr/>
      <dgm:t>
        <a:bodyPr/>
        <a:lstStyle/>
        <a:p>
          <a:r>
            <a:rPr lang="pt-PT" b="1" dirty="0"/>
            <a:t>US_A010 — Relatório Sprint A</a:t>
          </a:r>
          <a:br>
            <a:rPr lang="pt-PT" dirty="0"/>
          </a:br>
          <a:r>
            <a:rPr lang="pt-PT" dirty="0"/>
            <a:t>Responsável: Zé</a:t>
          </a:r>
          <a:br>
            <a:rPr lang="pt-PT" dirty="0"/>
          </a:br>
          <a:r>
            <a:rPr lang="pt-PT" dirty="0"/>
            <a:t>Conclusão: </a:t>
          </a:r>
          <a:r>
            <a:rPr lang="pt-PT" b="1" dirty="0"/>
            <a:t>100%</a:t>
          </a:r>
          <a:endParaRPr lang="en-US" dirty="0"/>
        </a:p>
      </dgm:t>
    </dgm:pt>
    <dgm:pt modelId="{5629F99B-BF2B-4161-8624-5563900FE58E}" type="parTrans" cxnId="{D57B7C1B-937B-450B-9C76-0BDC0CDDD996}">
      <dgm:prSet/>
      <dgm:spPr/>
      <dgm:t>
        <a:bodyPr/>
        <a:lstStyle/>
        <a:p>
          <a:endParaRPr lang="en-US"/>
        </a:p>
      </dgm:t>
    </dgm:pt>
    <dgm:pt modelId="{90ED9519-1375-4E04-BA9D-076015D8DD8D}" type="sibTrans" cxnId="{D57B7C1B-937B-450B-9C76-0BDC0CDDD996}">
      <dgm:prSet/>
      <dgm:spPr/>
      <dgm:t>
        <a:bodyPr/>
        <a:lstStyle/>
        <a:p>
          <a:endParaRPr lang="en-US"/>
        </a:p>
      </dgm:t>
    </dgm:pt>
    <dgm:pt modelId="{BDD140C7-1EC0-4FD3-928A-F9E9739C123D}" type="pres">
      <dgm:prSet presAssocID="{4D6EC90C-D6FA-482A-B13C-C6210B9D230E}" presName="diagram" presStyleCnt="0">
        <dgm:presLayoutVars>
          <dgm:dir/>
          <dgm:resizeHandles val="exact"/>
        </dgm:presLayoutVars>
      </dgm:prSet>
      <dgm:spPr/>
    </dgm:pt>
    <dgm:pt modelId="{2F591624-9459-4FE2-8E9E-551B66F19088}" type="pres">
      <dgm:prSet presAssocID="{A21601B4-7FDB-499F-8C29-56127A85F9D9}" presName="node" presStyleLbl="node1" presStyleIdx="0" presStyleCnt="10">
        <dgm:presLayoutVars>
          <dgm:bulletEnabled val="1"/>
        </dgm:presLayoutVars>
      </dgm:prSet>
      <dgm:spPr/>
    </dgm:pt>
    <dgm:pt modelId="{D75CD0BA-31AF-4105-947B-C434A5FC54A4}" type="pres">
      <dgm:prSet presAssocID="{18039983-D167-4409-8E9E-6268D4AC09F2}" presName="sibTrans" presStyleCnt="0"/>
      <dgm:spPr/>
    </dgm:pt>
    <dgm:pt modelId="{9AA23BBF-5215-497A-96D4-12A0F5682FBC}" type="pres">
      <dgm:prSet presAssocID="{477CA6CE-C5C7-4B0C-96EB-3EB22E27D26E}" presName="node" presStyleLbl="node1" presStyleIdx="1" presStyleCnt="10">
        <dgm:presLayoutVars>
          <dgm:bulletEnabled val="1"/>
        </dgm:presLayoutVars>
      </dgm:prSet>
      <dgm:spPr/>
    </dgm:pt>
    <dgm:pt modelId="{C90A260E-C437-4006-A60C-9135FAA85E0B}" type="pres">
      <dgm:prSet presAssocID="{5960457B-E356-4293-9CE7-86F1CFF2840E}" presName="sibTrans" presStyleCnt="0"/>
      <dgm:spPr/>
    </dgm:pt>
    <dgm:pt modelId="{8D683948-3D64-4664-AB3A-AF13B7A9C7A0}" type="pres">
      <dgm:prSet presAssocID="{B105E67B-13F9-43EB-9F4B-FEC64D2F42A5}" presName="node" presStyleLbl="node1" presStyleIdx="2" presStyleCnt="10">
        <dgm:presLayoutVars>
          <dgm:bulletEnabled val="1"/>
        </dgm:presLayoutVars>
      </dgm:prSet>
      <dgm:spPr/>
    </dgm:pt>
    <dgm:pt modelId="{2895F5C9-1248-427A-8C85-DB86AEF2BDF6}" type="pres">
      <dgm:prSet presAssocID="{CA02F5AC-0CEE-42DB-875E-DA888651BF43}" presName="sibTrans" presStyleCnt="0"/>
      <dgm:spPr/>
    </dgm:pt>
    <dgm:pt modelId="{6EC84F1E-1A1B-4163-8609-F6F1BBF3DC70}" type="pres">
      <dgm:prSet presAssocID="{92D74239-5D82-4BC1-9CBC-1DF863B67EC3}" presName="node" presStyleLbl="node1" presStyleIdx="3" presStyleCnt="10">
        <dgm:presLayoutVars>
          <dgm:bulletEnabled val="1"/>
        </dgm:presLayoutVars>
      </dgm:prSet>
      <dgm:spPr/>
    </dgm:pt>
    <dgm:pt modelId="{F59FE0E7-FB30-4E27-965E-E20CA064F907}" type="pres">
      <dgm:prSet presAssocID="{BC00C8FC-347F-4494-ABDB-BF60DA165C5A}" presName="sibTrans" presStyleCnt="0"/>
      <dgm:spPr/>
    </dgm:pt>
    <dgm:pt modelId="{9A4F6BB1-1D4F-421A-ADCA-D650ECD13A0D}" type="pres">
      <dgm:prSet presAssocID="{D8AB936D-617C-4610-A3C4-F134D73C3E6D}" presName="node" presStyleLbl="node1" presStyleIdx="4" presStyleCnt="10">
        <dgm:presLayoutVars>
          <dgm:bulletEnabled val="1"/>
        </dgm:presLayoutVars>
      </dgm:prSet>
      <dgm:spPr/>
    </dgm:pt>
    <dgm:pt modelId="{9FEBCE8A-E59D-4CAE-A143-D07F48F13319}" type="pres">
      <dgm:prSet presAssocID="{F90195B4-0C48-4F69-896B-8AFC8821E071}" presName="sibTrans" presStyleCnt="0"/>
      <dgm:spPr/>
    </dgm:pt>
    <dgm:pt modelId="{E9280F86-73BC-431B-8F55-28E3B4546DBF}" type="pres">
      <dgm:prSet presAssocID="{AD7FD856-4E92-4AE0-B46C-E14511E9FC5F}" presName="node" presStyleLbl="node1" presStyleIdx="5" presStyleCnt="10">
        <dgm:presLayoutVars>
          <dgm:bulletEnabled val="1"/>
        </dgm:presLayoutVars>
      </dgm:prSet>
      <dgm:spPr/>
    </dgm:pt>
    <dgm:pt modelId="{A65C19C9-023E-4576-9E02-6ADF1860B39D}" type="pres">
      <dgm:prSet presAssocID="{30B2DE16-33A0-4C27-831D-6445DC2CF5D7}" presName="sibTrans" presStyleCnt="0"/>
      <dgm:spPr/>
    </dgm:pt>
    <dgm:pt modelId="{BB78863F-B6FB-41D9-9AD5-D1AA0C456AA7}" type="pres">
      <dgm:prSet presAssocID="{3D826333-C0BC-4DEA-BF26-25294E0DFECE}" presName="node" presStyleLbl="node1" presStyleIdx="6" presStyleCnt="10">
        <dgm:presLayoutVars>
          <dgm:bulletEnabled val="1"/>
        </dgm:presLayoutVars>
      </dgm:prSet>
      <dgm:spPr/>
    </dgm:pt>
    <dgm:pt modelId="{1828DBA1-08B1-46AB-9BC4-EFF65EE1313C}" type="pres">
      <dgm:prSet presAssocID="{EA03CB4A-4E8A-4F25-8C4B-38455FED196D}" presName="sibTrans" presStyleCnt="0"/>
      <dgm:spPr/>
    </dgm:pt>
    <dgm:pt modelId="{8D6899D0-867D-44FD-9FF7-9346DED815A5}" type="pres">
      <dgm:prSet presAssocID="{8E6BC78B-E09F-4496-88AE-649964408123}" presName="node" presStyleLbl="node1" presStyleIdx="7" presStyleCnt="10">
        <dgm:presLayoutVars>
          <dgm:bulletEnabled val="1"/>
        </dgm:presLayoutVars>
      </dgm:prSet>
      <dgm:spPr/>
    </dgm:pt>
    <dgm:pt modelId="{C8544629-38CA-4A23-BADD-5602B334DBB5}" type="pres">
      <dgm:prSet presAssocID="{4CAD3EF0-2C7A-41AB-A5B6-7D9A3F7DE331}" presName="sibTrans" presStyleCnt="0"/>
      <dgm:spPr/>
    </dgm:pt>
    <dgm:pt modelId="{6E0E7530-D727-4489-BFF0-9576060BF7C5}" type="pres">
      <dgm:prSet presAssocID="{9CF2247C-D6FD-4B10-B5F8-50F9D13344D1}" presName="node" presStyleLbl="node1" presStyleIdx="8" presStyleCnt="10">
        <dgm:presLayoutVars>
          <dgm:bulletEnabled val="1"/>
        </dgm:presLayoutVars>
      </dgm:prSet>
      <dgm:spPr/>
    </dgm:pt>
    <dgm:pt modelId="{5E08C13C-9C2F-432E-8CBE-884D2DD94115}" type="pres">
      <dgm:prSet presAssocID="{95944E76-DF98-49A7-AE07-7D04E42E754B}" presName="sibTrans" presStyleCnt="0"/>
      <dgm:spPr/>
    </dgm:pt>
    <dgm:pt modelId="{C3B6A339-CC32-48B5-A0D2-C04D3A06F257}" type="pres">
      <dgm:prSet presAssocID="{EE2BFB51-BBDD-4F57-BC47-BBEDBCCBABE9}" presName="node" presStyleLbl="node1" presStyleIdx="9" presStyleCnt="10">
        <dgm:presLayoutVars>
          <dgm:bulletEnabled val="1"/>
        </dgm:presLayoutVars>
      </dgm:prSet>
      <dgm:spPr/>
    </dgm:pt>
  </dgm:ptLst>
  <dgm:cxnLst>
    <dgm:cxn modelId="{E1929C09-4ED2-4432-B62A-CE89346A9F5B}" type="presOf" srcId="{8E6BC78B-E09F-4496-88AE-649964408123}" destId="{8D6899D0-867D-44FD-9FF7-9346DED815A5}" srcOrd="0" destOrd="0" presId="urn:microsoft.com/office/officeart/2005/8/layout/default"/>
    <dgm:cxn modelId="{D71E0012-49D7-418C-BFEB-585DB7133E63}" type="presOf" srcId="{AD7FD856-4E92-4AE0-B46C-E14511E9FC5F}" destId="{E9280F86-73BC-431B-8F55-28E3B4546DBF}" srcOrd="0" destOrd="0" presId="urn:microsoft.com/office/officeart/2005/8/layout/default"/>
    <dgm:cxn modelId="{184B6D15-64A9-433F-8D36-66B45D366938}" srcId="{4D6EC90C-D6FA-482A-B13C-C6210B9D230E}" destId="{477CA6CE-C5C7-4B0C-96EB-3EB22E27D26E}" srcOrd="1" destOrd="0" parTransId="{5ACB0562-E16D-4B81-B2AE-AF41A4097D80}" sibTransId="{5960457B-E356-4293-9CE7-86F1CFF2840E}"/>
    <dgm:cxn modelId="{D57B7C1B-937B-450B-9C76-0BDC0CDDD996}" srcId="{4D6EC90C-D6FA-482A-B13C-C6210B9D230E}" destId="{EE2BFB51-BBDD-4F57-BC47-BBEDBCCBABE9}" srcOrd="9" destOrd="0" parTransId="{5629F99B-BF2B-4161-8624-5563900FE58E}" sibTransId="{90ED9519-1375-4E04-BA9D-076015D8DD8D}"/>
    <dgm:cxn modelId="{89922B22-2E7A-426B-86E4-FE7B560C7B7F}" type="presOf" srcId="{D8AB936D-617C-4610-A3C4-F134D73C3E6D}" destId="{9A4F6BB1-1D4F-421A-ADCA-D650ECD13A0D}" srcOrd="0" destOrd="0" presId="urn:microsoft.com/office/officeart/2005/8/layout/default"/>
    <dgm:cxn modelId="{513DDA2C-BC58-42EE-B94C-78E21F0172C1}" srcId="{4D6EC90C-D6FA-482A-B13C-C6210B9D230E}" destId="{8E6BC78B-E09F-4496-88AE-649964408123}" srcOrd="7" destOrd="0" parTransId="{CDE035BC-228D-40F0-A098-34A6AE843959}" sibTransId="{4CAD3EF0-2C7A-41AB-A5B6-7D9A3F7DE331}"/>
    <dgm:cxn modelId="{9024A939-3CF4-42F3-9DF0-793EB9D92258}" srcId="{4D6EC90C-D6FA-482A-B13C-C6210B9D230E}" destId="{3D826333-C0BC-4DEA-BF26-25294E0DFECE}" srcOrd="6" destOrd="0" parTransId="{9D6212BE-3111-4393-BAFE-3715F4F91775}" sibTransId="{EA03CB4A-4E8A-4F25-8C4B-38455FED196D}"/>
    <dgm:cxn modelId="{DACB8F42-B135-481D-9DE3-2576AD970D09}" srcId="{4D6EC90C-D6FA-482A-B13C-C6210B9D230E}" destId="{D8AB936D-617C-4610-A3C4-F134D73C3E6D}" srcOrd="4" destOrd="0" parTransId="{7BB04639-27C8-461D-A945-BCEB79D18098}" sibTransId="{F90195B4-0C48-4F69-896B-8AFC8821E071}"/>
    <dgm:cxn modelId="{71EC2470-F06D-4F16-A551-29D490BD5F4C}" type="presOf" srcId="{9CF2247C-D6FD-4B10-B5F8-50F9D13344D1}" destId="{6E0E7530-D727-4489-BFF0-9576060BF7C5}" srcOrd="0" destOrd="0" presId="urn:microsoft.com/office/officeart/2005/8/layout/default"/>
    <dgm:cxn modelId="{B546BC79-93E4-4116-AE46-9954F5941AB3}" type="presOf" srcId="{A21601B4-7FDB-499F-8C29-56127A85F9D9}" destId="{2F591624-9459-4FE2-8E9E-551B66F19088}" srcOrd="0" destOrd="0" presId="urn:microsoft.com/office/officeart/2005/8/layout/default"/>
    <dgm:cxn modelId="{51A7D486-CF43-42ED-B47E-7F0BD52697EC}" type="presOf" srcId="{3D826333-C0BC-4DEA-BF26-25294E0DFECE}" destId="{BB78863F-B6FB-41D9-9AD5-D1AA0C456AA7}" srcOrd="0" destOrd="0" presId="urn:microsoft.com/office/officeart/2005/8/layout/default"/>
    <dgm:cxn modelId="{260C4F99-9C94-47C5-90A4-3E4D954DDA39}" type="presOf" srcId="{477CA6CE-C5C7-4B0C-96EB-3EB22E27D26E}" destId="{9AA23BBF-5215-497A-96D4-12A0F5682FBC}" srcOrd="0" destOrd="0" presId="urn:microsoft.com/office/officeart/2005/8/layout/default"/>
    <dgm:cxn modelId="{C733B89D-B8E1-430E-B6A0-991F1B375012}" type="presOf" srcId="{4D6EC90C-D6FA-482A-B13C-C6210B9D230E}" destId="{BDD140C7-1EC0-4FD3-928A-F9E9739C123D}" srcOrd="0" destOrd="0" presId="urn:microsoft.com/office/officeart/2005/8/layout/default"/>
    <dgm:cxn modelId="{026618AA-F12F-4B81-ABDB-DB532E1933F6}" srcId="{4D6EC90C-D6FA-482A-B13C-C6210B9D230E}" destId="{B105E67B-13F9-43EB-9F4B-FEC64D2F42A5}" srcOrd="2" destOrd="0" parTransId="{DFE5E2C3-4BC1-4B30-A0BE-2570B7C3F980}" sibTransId="{CA02F5AC-0CEE-42DB-875E-DA888651BF43}"/>
    <dgm:cxn modelId="{F23D97C6-7182-4509-8FC2-872930C28019}" type="presOf" srcId="{92D74239-5D82-4BC1-9CBC-1DF863B67EC3}" destId="{6EC84F1E-1A1B-4163-8609-F6F1BBF3DC70}" srcOrd="0" destOrd="0" presId="urn:microsoft.com/office/officeart/2005/8/layout/default"/>
    <dgm:cxn modelId="{4525E7D0-F51F-4416-A29A-816E97C0C17A}" srcId="{4D6EC90C-D6FA-482A-B13C-C6210B9D230E}" destId="{A21601B4-7FDB-499F-8C29-56127A85F9D9}" srcOrd="0" destOrd="0" parTransId="{D84796A4-53DB-4300-8CD8-49175919C237}" sibTransId="{18039983-D167-4409-8E9E-6268D4AC09F2}"/>
    <dgm:cxn modelId="{C9E629D5-AFD8-4CE4-A54A-56640C634960}" srcId="{4D6EC90C-D6FA-482A-B13C-C6210B9D230E}" destId="{AD7FD856-4E92-4AE0-B46C-E14511E9FC5F}" srcOrd="5" destOrd="0" parTransId="{359B2E8B-EB16-46A4-AB2A-2AF1810DDB18}" sibTransId="{30B2DE16-33A0-4C27-831D-6445DC2CF5D7}"/>
    <dgm:cxn modelId="{10729ED6-3FE7-47F9-8276-07C94169DD18}" type="presOf" srcId="{EE2BFB51-BBDD-4F57-BC47-BBEDBCCBABE9}" destId="{C3B6A339-CC32-48B5-A0D2-C04D3A06F257}" srcOrd="0" destOrd="0" presId="urn:microsoft.com/office/officeart/2005/8/layout/default"/>
    <dgm:cxn modelId="{A12E7DDE-877C-4371-A5DD-EB92D291F81F}" srcId="{4D6EC90C-D6FA-482A-B13C-C6210B9D230E}" destId="{9CF2247C-D6FD-4B10-B5F8-50F9D13344D1}" srcOrd="8" destOrd="0" parTransId="{87203172-5ABE-45EE-87D0-0843162D6F0F}" sibTransId="{95944E76-DF98-49A7-AE07-7D04E42E754B}"/>
    <dgm:cxn modelId="{A3C137DF-445E-4D47-A378-6208D493B002}" srcId="{4D6EC90C-D6FA-482A-B13C-C6210B9D230E}" destId="{92D74239-5D82-4BC1-9CBC-1DF863B67EC3}" srcOrd="3" destOrd="0" parTransId="{89A5B20F-F731-4690-BA4C-D17FC28F48C2}" sibTransId="{BC00C8FC-347F-4494-ABDB-BF60DA165C5A}"/>
    <dgm:cxn modelId="{8823DEF6-017F-4586-860E-F986F888B663}" type="presOf" srcId="{B105E67B-13F9-43EB-9F4B-FEC64D2F42A5}" destId="{8D683948-3D64-4664-AB3A-AF13B7A9C7A0}" srcOrd="0" destOrd="0" presId="urn:microsoft.com/office/officeart/2005/8/layout/default"/>
    <dgm:cxn modelId="{20D1FA68-17A7-425F-8410-8B18422C4687}" type="presParOf" srcId="{BDD140C7-1EC0-4FD3-928A-F9E9739C123D}" destId="{2F591624-9459-4FE2-8E9E-551B66F19088}" srcOrd="0" destOrd="0" presId="urn:microsoft.com/office/officeart/2005/8/layout/default"/>
    <dgm:cxn modelId="{E106287E-6245-497A-97C5-6AB4DAF5D304}" type="presParOf" srcId="{BDD140C7-1EC0-4FD3-928A-F9E9739C123D}" destId="{D75CD0BA-31AF-4105-947B-C434A5FC54A4}" srcOrd="1" destOrd="0" presId="urn:microsoft.com/office/officeart/2005/8/layout/default"/>
    <dgm:cxn modelId="{A2D88DDE-65F9-460B-881F-6DC281B7CBE1}" type="presParOf" srcId="{BDD140C7-1EC0-4FD3-928A-F9E9739C123D}" destId="{9AA23BBF-5215-497A-96D4-12A0F5682FBC}" srcOrd="2" destOrd="0" presId="urn:microsoft.com/office/officeart/2005/8/layout/default"/>
    <dgm:cxn modelId="{4C0DFC23-D52B-4AA0-9CCC-D5D0D1D07F67}" type="presParOf" srcId="{BDD140C7-1EC0-4FD3-928A-F9E9739C123D}" destId="{C90A260E-C437-4006-A60C-9135FAA85E0B}" srcOrd="3" destOrd="0" presId="urn:microsoft.com/office/officeart/2005/8/layout/default"/>
    <dgm:cxn modelId="{6A96801E-D0A9-40BD-87DA-8FD952DE8763}" type="presParOf" srcId="{BDD140C7-1EC0-4FD3-928A-F9E9739C123D}" destId="{8D683948-3D64-4664-AB3A-AF13B7A9C7A0}" srcOrd="4" destOrd="0" presId="urn:microsoft.com/office/officeart/2005/8/layout/default"/>
    <dgm:cxn modelId="{253F2037-BC43-40DD-BD94-6DB6A6B143E1}" type="presParOf" srcId="{BDD140C7-1EC0-4FD3-928A-F9E9739C123D}" destId="{2895F5C9-1248-427A-8C85-DB86AEF2BDF6}" srcOrd="5" destOrd="0" presId="urn:microsoft.com/office/officeart/2005/8/layout/default"/>
    <dgm:cxn modelId="{ECEC0BD7-0FE6-4FCC-9785-9C9754FFD042}" type="presParOf" srcId="{BDD140C7-1EC0-4FD3-928A-F9E9739C123D}" destId="{6EC84F1E-1A1B-4163-8609-F6F1BBF3DC70}" srcOrd="6" destOrd="0" presId="urn:microsoft.com/office/officeart/2005/8/layout/default"/>
    <dgm:cxn modelId="{BFB6A3D2-E13C-43D4-803A-5D9963ECFAFB}" type="presParOf" srcId="{BDD140C7-1EC0-4FD3-928A-F9E9739C123D}" destId="{F59FE0E7-FB30-4E27-965E-E20CA064F907}" srcOrd="7" destOrd="0" presId="urn:microsoft.com/office/officeart/2005/8/layout/default"/>
    <dgm:cxn modelId="{24763971-A125-475D-A911-C2CADAB7532D}" type="presParOf" srcId="{BDD140C7-1EC0-4FD3-928A-F9E9739C123D}" destId="{9A4F6BB1-1D4F-421A-ADCA-D650ECD13A0D}" srcOrd="8" destOrd="0" presId="urn:microsoft.com/office/officeart/2005/8/layout/default"/>
    <dgm:cxn modelId="{F1E57CCF-A568-4AAF-A5CE-D7119E195B66}" type="presParOf" srcId="{BDD140C7-1EC0-4FD3-928A-F9E9739C123D}" destId="{9FEBCE8A-E59D-4CAE-A143-D07F48F13319}" srcOrd="9" destOrd="0" presId="urn:microsoft.com/office/officeart/2005/8/layout/default"/>
    <dgm:cxn modelId="{361C7E01-E257-46DA-BAFE-2455570877A8}" type="presParOf" srcId="{BDD140C7-1EC0-4FD3-928A-F9E9739C123D}" destId="{E9280F86-73BC-431B-8F55-28E3B4546DBF}" srcOrd="10" destOrd="0" presId="urn:microsoft.com/office/officeart/2005/8/layout/default"/>
    <dgm:cxn modelId="{DBF8DAB9-E18D-4637-A616-D401DEE9D663}" type="presParOf" srcId="{BDD140C7-1EC0-4FD3-928A-F9E9739C123D}" destId="{A65C19C9-023E-4576-9E02-6ADF1860B39D}" srcOrd="11" destOrd="0" presId="urn:microsoft.com/office/officeart/2005/8/layout/default"/>
    <dgm:cxn modelId="{B92C6F3D-4FA9-4DC6-B646-9A0ED4EBA08F}" type="presParOf" srcId="{BDD140C7-1EC0-4FD3-928A-F9E9739C123D}" destId="{BB78863F-B6FB-41D9-9AD5-D1AA0C456AA7}" srcOrd="12" destOrd="0" presId="urn:microsoft.com/office/officeart/2005/8/layout/default"/>
    <dgm:cxn modelId="{0869A2FC-7213-4939-8A50-5E423713A9CD}" type="presParOf" srcId="{BDD140C7-1EC0-4FD3-928A-F9E9739C123D}" destId="{1828DBA1-08B1-46AB-9BC4-EFF65EE1313C}" srcOrd="13" destOrd="0" presId="urn:microsoft.com/office/officeart/2005/8/layout/default"/>
    <dgm:cxn modelId="{2B5495B9-1C4D-4AB7-83D3-FC79CF14F2CB}" type="presParOf" srcId="{BDD140C7-1EC0-4FD3-928A-F9E9739C123D}" destId="{8D6899D0-867D-44FD-9FF7-9346DED815A5}" srcOrd="14" destOrd="0" presId="urn:microsoft.com/office/officeart/2005/8/layout/default"/>
    <dgm:cxn modelId="{BEADA14C-4FF8-4DEB-9EA2-84124563DEDB}" type="presParOf" srcId="{BDD140C7-1EC0-4FD3-928A-F9E9739C123D}" destId="{C8544629-38CA-4A23-BADD-5602B334DBB5}" srcOrd="15" destOrd="0" presId="urn:microsoft.com/office/officeart/2005/8/layout/default"/>
    <dgm:cxn modelId="{72657CA8-7C7C-4B30-8F1E-77DB4B1FEA8C}" type="presParOf" srcId="{BDD140C7-1EC0-4FD3-928A-F9E9739C123D}" destId="{6E0E7530-D727-4489-BFF0-9576060BF7C5}" srcOrd="16" destOrd="0" presId="urn:microsoft.com/office/officeart/2005/8/layout/default"/>
    <dgm:cxn modelId="{59B185B7-3CC8-4B7B-8FE2-254A098A3CC2}" type="presParOf" srcId="{BDD140C7-1EC0-4FD3-928A-F9E9739C123D}" destId="{5E08C13C-9C2F-432E-8CBE-884D2DD94115}" srcOrd="17" destOrd="0" presId="urn:microsoft.com/office/officeart/2005/8/layout/default"/>
    <dgm:cxn modelId="{D35CDA4C-CDEF-4E1E-8D3A-51499DDCD493}" type="presParOf" srcId="{BDD140C7-1EC0-4FD3-928A-F9E9739C123D}" destId="{C3B6A339-CC32-48B5-A0D2-C04D3A06F257}" srcOrd="1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056FF66-0D34-43A7-86F2-BDE8336D7C26}" type="doc">
      <dgm:prSet loTypeId="urn:microsoft.com/office/officeart/2005/8/layout/process2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99E36C1-6B9A-4800-A16D-EDABCE64B193}">
      <dgm:prSet/>
      <dgm:spPr/>
      <dgm:t>
        <a:bodyPr/>
        <a:lstStyle/>
        <a:p>
          <a:r>
            <a:rPr lang="en-US" dirty="0" err="1"/>
            <a:t>Os</a:t>
          </a:r>
          <a:r>
            <a:rPr lang="en-US" dirty="0"/>
            <a:t> </a:t>
          </a:r>
          <a:r>
            <a:rPr lang="en-US" dirty="0" err="1"/>
            <a:t>artefactos</a:t>
          </a:r>
          <a:r>
            <a:rPr lang="en-US" dirty="0"/>
            <a:t> de </a:t>
          </a:r>
          <a:r>
            <a:rPr lang="en-US" dirty="0" err="1"/>
            <a:t>modelação</a:t>
          </a:r>
          <a:r>
            <a:rPr lang="en-US" dirty="0"/>
            <a:t> </a:t>
          </a:r>
          <a:r>
            <a:rPr lang="en-US" dirty="0" err="1"/>
            <a:t>foram</a:t>
          </a:r>
          <a:r>
            <a:rPr lang="en-US" dirty="0"/>
            <a:t> </a:t>
          </a:r>
          <a:r>
            <a:rPr lang="en-US" dirty="0" err="1"/>
            <a:t>concluídos</a:t>
          </a:r>
          <a:r>
            <a:rPr lang="en-US" dirty="0"/>
            <a:t> com </a:t>
          </a:r>
          <a:r>
            <a:rPr lang="en-US" dirty="0" err="1"/>
            <a:t>sucesso</a:t>
          </a:r>
          <a:r>
            <a:rPr lang="en-US" dirty="0"/>
            <a:t>.</a:t>
          </a:r>
        </a:p>
      </dgm:t>
    </dgm:pt>
    <dgm:pt modelId="{E5272140-3257-4877-823D-B63D2282970E}" type="parTrans" cxnId="{68E5538D-63AD-4FB1-8AE4-B4EACF97F639}">
      <dgm:prSet/>
      <dgm:spPr/>
      <dgm:t>
        <a:bodyPr/>
        <a:lstStyle/>
        <a:p>
          <a:endParaRPr lang="en-US"/>
        </a:p>
      </dgm:t>
    </dgm:pt>
    <dgm:pt modelId="{486ADE92-9C12-40F3-81A6-81F49555185C}" type="sibTrans" cxnId="{68E5538D-63AD-4FB1-8AE4-B4EACF97F639}">
      <dgm:prSet/>
      <dgm:spPr/>
      <dgm:t>
        <a:bodyPr/>
        <a:lstStyle/>
        <a:p>
          <a:endParaRPr lang="en-US"/>
        </a:p>
      </dgm:t>
    </dgm:pt>
    <dgm:pt modelId="{16821240-2098-4B87-B416-7A0253EF7617}">
      <dgm:prSet/>
      <dgm:spPr/>
      <dgm:t>
        <a:bodyPr/>
        <a:lstStyle/>
        <a:p>
          <a:r>
            <a:rPr lang="en-US" dirty="0"/>
            <a:t>O </a:t>
          </a:r>
          <a:r>
            <a:rPr lang="en-US" dirty="0" err="1"/>
            <a:t>domínio</a:t>
          </a:r>
          <a:r>
            <a:rPr lang="en-US" dirty="0"/>
            <a:t> do </a:t>
          </a:r>
          <a:r>
            <a:rPr lang="en-US" dirty="0" err="1"/>
            <a:t>sistema</a:t>
          </a:r>
          <a:r>
            <a:rPr lang="en-US" dirty="0"/>
            <a:t> </a:t>
          </a:r>
          <a:r>
            <a:rPr lang="en-US" dirty="0" err="1"/>
            <a:t>ficou</a:t>
          </a:r>
          <a:r>
            <a:rPr lang="en-US" dirty="0"/>
            <a:t> </a:t>
          </a:r>
          <a:r>
            <a:rPr lang="en-US" dirty="0" err="1"/>
            <a:t>totalmente</a:t>
          </a:r>
          <a:r>
            <a:rPr lang="en-US" dirty="0"/>
            <a:t> </a:t>
          </a:r>
          <a:r>
            <a:rPr lang="en-US" dirty="0" err="1"/>
            <a:t>definido</a:t>
          </a:r>
          <a:r>
            <a:rPr lang="en-US" dirty="0"/>
            <a:t> (Modelo de </a:t>
          </a:r>
          <a:r>
            <a:rPr lang="en-US" dirty="0" err="1"/>
            <a:t>Domínio</a:t>
          </a:r>
          <a:r>
            <a:rPr lang="en-US" dirty="0"/>
            <a:t>, ERD, </a:t>
          </a:r>
          <a:r>
            <a:rPr lang="en-US" dirty="0" err="1"/>
            <a:t>Dicionário</a:t>
          </a:r>
          <a:r>
            <a:rPr lang="en-US" dirty="0"/>
            <a:t> de Dados, </a:t>
          </a:r>
          <a:r>
            <a:rPr lang="en-US" dirty="0" err="1"/>
            <a:t>fluxograma</a:t>
          </a:r>
          <a:r>
            <a:rPr lang="en-US" dirty="0"/>
            <a:t> success case).</a:t>
          </a:r>
        </a:p>
      </dgm:t>
    </dgm:pt>
    <dgm:pt modelId="{04F54087-DB72-46BD-8538-B3766C367B73}" type="parTrans" cxnId="{87F1A172-63B3-4486-9568-DE2EB8153E92}">
      <dgm:prSet/>
      <dgm:spPr/>
      <dgm:t>
        <a:bodyPr/>
        <a:lstStyle/>
        <a:p>
          <a:endParaRPr lang="en-US"/>
        </a:p>
      </dgm:t>
    </dgm:pt>
    <dgm:pt modelId="{46A4FCEA-98F0-44F6-8A36-666D82D0EF8D}" type="sibTrans" cxnId="{87F1A172-63B3-4486-9568-DE2EB8153E92}">
      <dgm:prSet/>
      <dgm:spPr/>
      <dgm:t>
        <a:bodyPr/>
        <a:lstStyle/>
        <a:p>
          <a:endParaRPr lang="en-US"/>
        </a:p>
      </dgm:t>
    </dgm:pt>
    <dgm:pt modelId="{AD61BFA4-6C04-4CC7-9ABD-16A1CE207DC1}">
      <dgm:prSet/>
      <dgm:spPr/>
      <dgm:t>
        <a:bodyPr/>
        <a:lstStyle/>
        <a:p>
          <a:r>
            <a:rPr lang="en-US" dirty="0"/>
            <a:t>O </a:t>
          </a:r>
          <a:r>
            <a:rPr lang="en-US" dirty="0" err="1"/>
            <a:t>repositório</a:t>
          </a:r>
          <a:r>
            <a:rPr lang="en-US" dirty="0"/>
            <a:t> GitHub </a:t>
          </a:r>
          <a:r>
            <a:rPr lang="en-US" dirty="0" err="1"/>
            <a:t>foi</a:t>
          </a:r>
          <a:r>
            <a:rPr lang="en-US" dirty="0"/>
            <a:t> </a:t>
          </a:r>
          <a:r>
            <a:rPr lang="en-US" dirty="0" err="1"/>
            <a:t>preparado</a:t>
          </a:r>
          <a:r>
            <a:rPr lang="en-US" dirty="0"/>
            <a:t> para o </a:t>
          </a:r>
          <a:r>
            <a:rPr lang="en-US" dirty="0" err="1"/>
            <a:t>desenvolvimento</a:t>
          </a:r>
          <a:r>
            <a:rPr lang="en-US" dirty="0"/>
            <a:t> </a:t>
          </a:r>
          <a:r>
            <a:rPr lang="en-US" dirty="0" err="1"/>
            <a:t>colaborativo</a:t>
          </a:r>
          <a:r>
            <a:rPr lang="en-US" dirty="0"/>
            <a:t>.</a:t>
          </a:r>
        </a:p>
      </dgm:t>
    </dgm:pt>
    <dgm:pt modelId="{763F89F6-B24C-4EFF-801C-BF56A1464B69}" type="parTrans" cxnId="{693B55F4-8053-4821-842A-EE3568E6EDBB}">
      <dgm:prSet/>
      <dgm:spPr/>
      <dgm:t>
        <a:bodyPr/>
        <a:lstStyle/>
        <a:p>
          <a:endParaRPr lang="en-US"/>
        </a:p>
      </dgm:t>
    </dgm:pt>
    <dgm:pt modelId="{F157B26F-FED3-4264-9E35-CFB73E4D413B}" type="sibTrans" cxnId="{693B55F4-8053-4821-842A-EE3568E6EDBB}">
      <dgm:prSet/>
      <dgm:spPr/>
      <dgm:t>
        <a:bodyPr/>
        <a:lstStyle/>
        <a:p>
          <a:endParaRPr lang="en-US"/>
        </a:p>
      </dgm:t>
    </dgm:pt>
    <dgm:pt modelId="{F8572677-2E79-4CBE-A80E-02457B3AB0A4}">
      <dgm:prSet/>
      <dgm:spPr/>
      <dgm:t>
        <a:bodyPr/>
        <a:lstStyle/>
        <a:p>
          <a:r>
            <a:rPr lang="en-US"/>
            <a:t>A equipa demonstrou boa capacidade de organização e divisão de tarefas.</a:t>
          </a:r>
        </a:p>
      </dgm:t>
    </dgm:pt>
    <dgm:pt modelId="{54082998-353E-4ABA-8951-84501240918C}" type="parTrans" cxnId="{B89BDA5A-8ADB-4818-B7FF-29E643239A0F}">
      <dgm:prSet/>
      <dgm:spPr/>
      <dgm:t>
        <a:bodyPr/>
        <a:lstStyle/>
        <a:p>
          <a:endParaRPr lang="en-US"/>
        </a:p>
      </dgm:t>
    </dgm:pt>
    <dgm:pt modelId="{C4417AD0-92BE-4B16-AB32-FF793DF09665}" type="sibTrans" cxnId="{B89BDA5A-8ADB-4818-B7FF-29E643239A0F}">
      <dgm:prSet/>
      <dgm:spPr/>
      <dgm:t>
        <a:bodyPr/>
        <a:lstStyle/>
        <a:p>
          <a:endParaRPr lang="en-US"/>
        </a:p>
      </dgm:t>
    </dgm:pt>
    <dgm:pt modelId="{83B47745-1511-4072-9E91-9F95AED01736}">
      <dgm:prSet/>
      <dgm:spPr/>
      <dgm:t>
        <a:bodyPr/>
        <a:lstStyle/>
        <a:p>
          <a:r>
            <a:rPr lang="en-US"/>
            <a:t>A arquitetura base do sistema está pronta para avançar para implementação.</a:t>
          </a:r>
        </a:p>
      </dgm:t>
    </dgm:pt>
    <dgm:pt modelId="{2ECE791C-B125-41FF-9966-A5395836F6B5}" type="parTrans" cxnId="{E824032D-7AE8-49F9-A588-B615E1414AE5}">
      <dgm:prSet/>
      <dgm:spPr/>
      <dgm:t>
        <a:bodyPr/>
        <a:lstStyle/>
        <a:p>
          <a:endParaRPr lang="en-US"/>
        </a:p>
      </dgm:t>
    </dgm:pt>
    <dgm:pt modelId="{66AB6213-066C-49EC-A0DB-4C23A357FCA8}" type="sibTrans" cxnId="{E824032D-7AE8-49F9-A588-B615E1414AE5}">
      <dgm:prSet/>
      <dgm:spPr/>
      <dgm:t>
        <a:bodyPr/>
        <a:lstStyle/>
        <a:p>
          <a:endParaRPr lang="en-US"/>
        </a:p>
      </dgm:t>
    </dgm:pt>
    <dgm:pt modelId="{8838D25E-EF31-480E-9BD4-9F01C6ECA886}" type="pres">
      <dgm:prSet presAssocID="{8056FF66-0D34-43A7-86F2-BDE8336D7C26}" presName="linearFlow" presStyleCnt="0">
        <dgm:presLayoutVars>
          <dgm:resizeHandles val="exact"/>
        </dgm:presLayoutVars>
      </dgm:prSet>
      <dgm:spPr/>
    </dgm:pt>
    <dgm:pt modelId="{49E09366-EE28-4F76-90FA-B84DD8541944}" type="pres">
      <dgm:prSet presAssocID="{399E36C1-6B9A-4800-A16D-EDABCE64B193}" presName="node" presStyleLbl="node1" presStyleIdx="0" presStyleCnt="5">
        <dgm:presLayoutVars>
          <dgm:bulletEnabled val="1"/>
        </dgm:presLayoutVars>
      </dgm:prSet>
      <dgm:spPr/>
    </dgm:pt>
    <dgm:pt modelId="{2B4957F9-0417-494B-83E6-D3EFE2BB1486}" type="pres">
      <dgm:prSet presAssocID="{486ADE92-9C12-40F3-81A6-81F49555185C}" presName="sibTrans" presStyleLbl="sibTrans2D1" presStyleIdx="0" presStyleCnt="4"/>
      <dgm:spPr/>
    </dgm:pt>
    <dgm:pt modelId="{09C17169-1E94-456E-BB44-BDCE9D66CAB7}" type="pres">
      <dgm:prSet presAssocID="{486ADE92-9C12-40F3-81A6-81F49555185C}" presName="connectorText" presStyleLbl="sibTrans2D1" presStyleIdx="0" presStyleCnt="4"/>
      <dgm:spPr/>
    </dgm:pt>
    <dgm:pt modelId="{98D8ECDB-E73B-4379-B402-ACF17D8F1C34}" type="pres">
      <dgm:prSet presAssocID="{16821240-2098-4B87-B416-7A0253EF7617}" presName="node" presStyleLbl="node1" presStyleIdx="1" presStyleCnt="5">
        <dgm:presLayoutVars>
          <dgm:bulletEnabled val="1"/>
        </dgm:presLayoutVars>
      </dgm:prSet>
      <dgm:spPr/>
    </dgm:pt>
    <dgm:pt modelId="{826AF609-2878-4EFD-AF4E-C6B6773623CA}" type="pres">
      <dgm:prSet presAssocID="{46A4FCEA-98F0-44F6-8A36-666D82D0EF8D}" presName="sibTrans" presStyleLbl="sibTrans2D1" presStyleIdx="1" presStyleCnt="4"/>
      <dgm:spPr/>
    </dgm:pt>
    <dgm:pt modelId="{C12A9C67-E501-4E01-9411-EDF9112CA573}" type="pres">
      <dgm:prSet presAssocID="{46A4FCEA-98F0-44F6-8A36-666D82D0EF8D}" presName="connectorText" presStyleLbl="sibTrans2D1" presStyleIdx="1" presStyleCnt="4"/>
      <dgm:spPr/>
    </dgm:pt>
    <dgm:pt modelId="{F2C12C38-6A75-4E48-90A8-E28E5F2852CB}" type="pres">
      <dgm:prSet presAssocID="{AD61BFA4-6C04-4CC7-9ABD-16A1CE207DC1}" presName="node" presStyleLbl="node1" presStyleIdx="2" presStyleCnt="5">
        <dgm:presLayoutVars>
          <dgm:bulletEnabled val="1"/>
        </dgm:presLayoutVars>
      </dgm:prSet>
      <dgm:spPr/>
    </dgm:pt>
    <dgm:pt modelId="{68310BA0-BD6A-4AFE-B2B3-41F088EE934E}" type="pres">
      <dgm:prSet presAssocID="{F157B26F-FED3-4264-9E35-CFB73E4D413B}" presName="sibTrans" presStyleLbl="sibTrans2D1" presStyleIdx="2" presStyleCnt="4"/>
      <dgm:spPr/>
    </dgm:pt>
    <dgm:pt modelId="{4F600FB7-8045-47E8-A6F1-602A00933E2A}" type="pres">
      <dgm:prSet presAssocID="{F157B26F-FED3-4264-9E35-CFB73E4D413B}" presName="connectorText" presStyleLbl="sibTrans2D1" presStyleIdx="2" presStyleCnt="4"/>
      <dgm:spPr/>
    </dgm:pt>
    <dgm:pt modelId="{2E986A56-A8D0-4EFC-B100-EABCB474683E}" type="pres">
      <dgm:prSet presAssocID="{F8572677-2E79-4CBE-A80E-02457B3AB0A4}" presName="node" presStyleLbl="node1" presStyleIdx="3" presStyleCnt="5">
        <dgm:presLayoutVars>
          <dgm:bulletEnabled val="1"/>
        </dgm:presLayoutVars>
      </dgm:prSet>
      <dgm:spPr/>
    </dgm:pt>
    <dgm:pt modelId="{CEA09C91-30EC-4C33-A23E-D063F93E4B84}" type="pres">
      <dgm:prSet presAssocID="{C4417AD0-92BE-4B16-AB32-FF793DF09665}" presName="sibTrans" presStyleLbl="sibTrans2D1" presStyleIdx="3" presStyleCnt="4"/>
      <dgm:spPr/>
    </dgm:pt>
    <dgm:pt modelId="{42164AF5-439E-4679-8F5A-00CD36BA3A9D}" type="pres">
      <dgm:prSet presAssocID="{C4417AD0-92BE-4B16-AB32-FF793DF09665}" presName="connectorText" presStyleLbl="sibTrans2D1" presStyleIdx="3" presStyleCnt="4"/>
      <dgm:spPr/>
    </dgm:pt>
    <dgm:pt modelId="{2D34390B-C361-4D5A-B784-8A26C417D1A1}" type="pres">
      <dgm:prSet presAssocID="{83B47745-1511-4072-9E91-9F95AED01736}" presName="node" presStyleLbl="node1" presStyleIdx="4" presStyleCnt="5">
        <dgm:presLayoutVars>
          <dgm:bulletEnabled val="1"/>
        </dgm:presLayoutVars>
      </dgm:prSet>
      <dgm:spPr/>
    </dgm:pt>
  </dgm:ptLst>
  <dgm:cxnLst>
    <dgm:cxn modelId="{36093409-7DDA-406B-9060-E05171C83648}" type="presOf" srcId="{AD61BFA4-6C04-4CC7-9ABD-16A1CE207DC1}" destId="{F2C12C38-6A75-4E48-90A8-E28E5F2852CB}" srcOrd="0" destOrd="0" presId="urn:microsoft.com/office/officeart/2005/8/layout/process2"/>
    <dgm:cxn modelId="{1CED1324-0CD9-4FE2-86FC-D1AAD6552795}" type="presOf" srcId="{486ADE92-9C12-40F3-81A6-81F49555185C}" destId="{2B4957F9-0417-494B-83E6-D3EFE2BB1486}" srcOrd="0" destOrd="0" presId="urn:microsoft.com/office/officeart/2005/8/layout/process2"/>
    <dgm:cxn modelId="{8933E824-5212-4AA1-8A4D-3856A7FC0108}" type="presOf" srcId="{486ADE92-9C12-40F3-81A6-81F49555185C}" destId="{09C17169-1E94-456E-BB44-BDCE9D66CAB7}" srcOrd="1" destOrd="0" presId="urn:microsoft.com/office/officeart/2005/8/layout/process2"/>
    <dgm:cxn modelId="{0B00AD26-FF63-46D5-AFC2-43FF980360B8}" type="presOf" srcId="{83B47745-1511-4072-9E91-9F95AED01736}" destId="{2D34390B-C361-4D5A-B784-8A26C417D1A1}" srcOrd="0" destOrd="0" presId="urn:microsoft.com/office/officeart/2005/8/layout/process2"/>
    <dgm:cxn modelId="{E824032D-7AE8-49F9-A588-B615E1414AE5}" srcId="{8056FF66-0D34-43A7-86F2-BDE8336D7C26}" destId="{83B47745-1511-4072-9E91-9F95AED01736}" srcOrd="4" destOrd="0" parTransId="{2ECE791C-B125-41FF-9966-A5395836F6B5}" sibTransId="{66AB6213-066C-49EC-A0DB-4C23A357FCA8}"/>
    <dgm:cxn modelId="{5A298330-DA98-440A-BF26-BD4CC32CAC98}" type="presOf" srcId="{16821240-2098-4B87-B416-7A0253EF7617}" destId="{98D8ECDB-E73B-4379-B402-ACF17D8F1C34}" srcOrd="0" destOrd="0" presId="urn:microsoft.com/office/officeart/2005/8/layout/process2"/>
    <dgm:cxn modelId="{8D4C0E67-7CBA-40C8-9EF8-575990137557}" type="presOf" srcId="{F157B26F-FED3-4264-9E35-CFB73E4D413B}" destId="{68310BA0-BD6A-4AFE-B2B3-41F088EE934E}" srcOrd="0" destOrd="0" presId="urn:microsoft.com/office/officeart/2005/8/layout/process2"/>
    <dgm:cxn modelId="{9F617771-B1DB-48E5-B452-EC69BDF58BD4}" type="presOf" srcId="{C4417AD0-92BE-4B16-AB32-FF793DF09665}" destId="{CEA09C91-30EC-4C33-A23E-D063F93E4B84}" srcOrd="0" destOrd="0" presId="urn:microsoft.com/office/officeart/2005/8/layout/process2"/>
    <dgm:cxn modelId="{87F1A172-63B3-4486-9568-DE2EB8153E92}" srcId="{8056FF66-0D34-43A7-86F2-BDE8336D7C26}" destId="{16821240-2098-4B87-B416-7A0253EF7617}" srcOrd="1" destOrd="0" parTransId="{04F54087-DB72-46BD-8538-B3766C367B73}" sibTransId="{46A4FCEA-98F0-44F6-8A36-666D82D0EF8D}"/>
    <dgm:cxn modelId="{B89BDA5A-8ADB-4818-B7FF-29E643239A0F}" srcId="{8056FF66-0D34-43A7-86F2-BDE8336D7C26}" destId="{F8572677-2E79-4CBE-A80E-02457B3AB0A4}" srcOrd="3" destOrd="0" parTransId="{54082998-353E-4ABA-8951-84501240918C}" sibTransId="{C4417AD0-92BE-4B16-AB32-FF793DF09665}"/>
    <dgm:cxn modelId="{05DA397F-24D3-4DD7-9A8A-805811A0EF66}" type="presOf" srcId="{C4417AD0-92BE-4B16-AB32-FF793DF09665}" destId="{42164AF5-439E-4679-8F5A-00CD36BA3A9D}" srcOrd="1" destOrd="0" presId="urn:microsoft.com/office/officeart/2005/8/layout/process2"/>
    <dgm:cxn modelId="{AA2AF38B-CBD5-45AA-BD73-BF44B5AAD561}" type="presOf" srcId="{46A4FCEA-98F0-44F6-8A36-666D82D0EF8D}" destId="{826AF609-2878-4EFD-AF4E-C6B6773623CA}" srcOrd="0" destOrd="0" presId="urn:microsoft.com/office/officeart/2005/8/layout/process2"/>
    <dgm:cxn modelId="{68E5538D-63AD-4FB1-8AE4-B4EACF97F639}" srcId="{8056FF66-0D34-43A7-86F2-BDE8336D7C26}" destId="{399E36C1-6B9A-4800-A16D-EDABCE64B193}" srcOrd="0" destOrd="0" parTransId="{E5272140-3257-4877-823D-B63D2282970E}" sibTransId="{486ADE92-9C12-40F3-81A6-81F49555185C}"/>
    <dgm:cxn modelId="{3A32C593-29A4-457B-A220-69FF5287B448}" type="presOf" srcId="{F8572677-2E79-4CBE-A80E-02457B3AB0A4}" destId="{2E986A56-A8D0-4EFC-B100-EABCB474683E}" srcOrd="0" destOrd="0" presId="urn:microsoft.com/office/officeart/2005/8/layout/process2"/>
    <dgm:cxn modelId="{5B243AC6-84ED-4C13-84D1-A153C1A7224D}" type="presOf" srcId="{46A4FCEA-98F0-44F6-8A36-666D82D0EF8D}" destId="{C12A9C67-E501-4E01-9411-EDF9112CA573}" srcOrd="1" destOrd="0" presId="urn:microsoft.com/office/officeart/2005/8/layout/process2"/>
    <dgm:cxn modelId="{0EBABDC9-2AEF-4001-8246-7FBD87595C13}" type="presOf" srcId="{F157B26F-FED3-4264-9E35-CFB73E4D413B}" destId="{4F600FB7-8045-47E8-A6F1-602A00933E2A}" srcOrd="1" destOrd="0" presId="urn:microsoft.com/office/officeart/2005/8/layout/process2"/>
    <dgm:cxn modelId="{369C7EE5-85FE-4175-98D5-5F61930D2633}" type="presOf" srcId="{399E36C1-6B9A-4800-A16D-EDABCE64B193}" destId="{49E09366-EE28-4F76-90FA-B84DD8541944}" srcOrd="0" destOrd="0" presId="urn:microsoft.com/office/officeart/2005/8/layout/process2"/>
    <dgm:cxn modelId="{693B55F4-8053-4821-842A-EE3568E6EDBB}" srcId="{8056FF66-0D34-43A7-86F2-BDE8336D7C26}" destId="{AD61BFA4-6C04-4CC7-9ABD-16A1CE207DC1}" srcOrd="2" destOrd="0" parTransId="{763F89F6-B24C-4EFF-801C-BF56A1464B69}" sibTransId="{F157B26F-FED3-4264-9E35-CFB73E4D413B}"/>
    <dgm:cxn modelId="{7B660BF5-9A44-491B-9C66-AD61C72CF65F}" type="presOf" srcId="{8056FF66-0D34-43A7-86F2-BDE8336D7C26}" destId="{8838D25E-EF31-480E-9BD4-9F01C6ECA886}" srcOrd="0" destOrd="0" presId="urn:microsoft.com/office/officeart/2005/8/layout/process2"/>
    <dgm:cxn modelId="{89EE43E6-53BD-4401-AB96-EA160C027DF8}" type="presParOf" srcId="{8838D25E-EF31-480E-9BD4-9F01C6ECA886}" destId="{49E09366-EE28-4F76-90FA-B84DD8541944}" srcOrd="0" destOrd="0" presId="urn:microsoft.com/office/officeart/2005/8/layout/process2"/>
    <dgm:cxn modelId="{10681736-AFD2-4E37-94CD-D8473FFE2A41}" type="presParOf" srcId="{8838D25E-EF31-480E-9BD4-9F01C6ECA886}" destId="{2B4957F9-0417-494B-83E6-D3EFE2BB1486}" srcOrd="1" destOrd="0" presId="urn:microsoft.com/office/officeart/2005/8/layout/process2"/>
    <dgm:cxn modelId="{A7FA9A76-6D24-4690-84AA-7EA00880F95C}" type="presParOf" srcId="{2B4957F9-0417-494B-83E6-D3EFE2BB1486}" destId="{09C17169-1E94-456E-BB44-BDCE9D66CAB7}" srcOrd="0" destOrd="0" presId="urn:microsoft.com/office/officeart/2005/8/layout/process2"/>
    <dgm:cxn modelId="{A5C4E801-83AE-427F-8ACF-92A4A636E790}" type="presParOf" srcId="{8838D25E-EF31-480E-9BD4-9F01C6ECA886}" destId="{98D8ECDB-E73B-4379-B402-ACF17D8F1C34}" srcOrd="2" destOrd="0" presId="urn:microsoft.com/office/officeart/2005/8/layout/process2"/>
    <dgm:cxn modelId="{348FAE1D-5121-4F83-A651-F62E4584E7BC}" type="presParOf" srcId="{8838D25E-EF31-480E-9BD4-9F01C6ECA886}" destId="{826AF609-2878-4EFD-AF4E-C6B6773623CA}" srcOrd="3" destOrd="0" presId="urn:microsoft.com/office/officeart/2005/8/layout/process2"/>
    <dgm:cxn modelId="{68E48548-F80C-4183-A8FE-DC4E7E17E47B}" type="presParOf" srcId="{826AF609-2878-4EFD-AF4E-C6B6773623CA}" destId="{C12A9C67-E501-4E01-9411-EDF9112CA573}" srcOrd="0" destOrd="0" presId="urn:microsoft.com/office/officeart/2005/8/layout/process2"/>
    <dgm:cxn modelId="{3C86DF4E-BB11-4EE5-8287-4C1CF24F4432}" type="presParOf" srcId="{8838D25E-EF31-480E-9BD4-9F01C6ECA886}" destId="{F2C12C38-6A75-4E48-90A8-E28E5F2852CB}" srcOrd="4" destOrd="0" presId="urn:microsoft.com/office/officeart/2005/8/layout/process2"/>
    <dgm:cxn modelId="{5781828E-5089-4942-A080-6A745B38514A}" type="presParOf" srcId="{8838D25E-EF31-480E-9BD4-9F01C6ECA886}" destId="{68310BA0-BD6A-4AFE-B2B3-41F088EE934E}" srcOrd="5" destOrd="0" presId="urn:microsoft.com/office/officeart/2005/8/layout/process2"/>
    <dgm:cxn modelId="{C2650861-56B2-4FEE-881D-80E3B375C664}" type="presParOf" srcId="{68310BA0-BD6A-4AFE-B2B3-41F088EE934E}" destId="{4F600FB7-8045-47E8-A6F1-602A00933E2A}" srcOrd="0" destOrd="0" presId="urn:microsoft.com/office/officeart/2005/8/layout/process2"/>
    <dgm:cxn modelId="{D7FC3334-85CB-41B1-912D-4C12D1DA24DC}" type="presParOf" srcId="{8838D25E-EF31-480E-9BD4-9F01C6ECA886}" destId="{2E986A56-A8D0-4EFC-B100-EABCB474683E}" srcOrd="6" destOrd="0" presId="urn:microsoft.com/office/officeart/2005/8/layout/process2"/>
    <dgm:cxn modelId="{F9631B7D-A213-4103-AB5F-C4471C1A0164}" type="presParOf" srcId="{8838D25E-EF31-480E-9BD4-9F01C6ECA886}" destId="{CEA09C91-30EC-4C33-A23E-D063F93E4B84}" srcOrd="7" destOrd="0" presId="urn:microsoft.com/office/officeart/2005/8/layout/process2"/>
    <dgm:cxn modelId="{1058A131-FECA-4D60-A199-F0FFCB127984}" type="presParOf" srcId="{CEA09C91-30EC-4C33-A23E-D063F93E4B84}" destId="{42164AF5-439E-4679-8F5A-00CD36BA3A9D}" srcOrd="0" destOrd="0" presId="urn:microsoft.com/office/officeart/2005/8/layout/process2"/>
    <dgm:cxn modelId="{5E3A877B-05A3-46CF-99DE-E6887A31607B}" type="presParOf" srcId="{8838D25E-EF31-480E-9BD4-9F01C6ECA886}" destId="{2D34390B-C361-4D5A-B784-8A26C417D1A1}" srcOrd="8" destOrd="0" presId="urn:microsoft.com/office/officeart/2005/8/layout/process2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056FF66-0D34-43A7-86F2-BDE8336D7C26}" type="doc">
      <dgm:prSet loTypeId="urn:microsoft.com/office/officeart/2005/8/layout/process2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8572677-2E79-4CBE-A80E-02457B3AB0A4}">
      <dgm:prSet/>
      <dgm:spPr/>
      <dgm:t>
        <a:bodyPr/>
        <a:lstStyle/>
        <a:p>
          <a:r>
            <a:rPr lang="pt-PT" dirty="0"/>
            <a:t>Gestão de Projeto – Organização e Documentação</a:t>
          </a:r>
          <a:endParaRPr lang="en-US" dirty="0"/>
        </a:p>
      </dgm:t>
    </dgm:pt>
    <dgm:pt modelId="{54082998-353E-4ABA-8951-84501240918C}" type="parTrans" cxnId="{B89BDA5A-8ADB-4818-B7FF-29E643239A0F}">
      <dgm:prSet/>
      <dgm:spPr/>
      <dgm:t>
        <a:bodyPr/>
        <a:lstStyle/>
        <a:p>
          <a:endParaRPr lang="en-US"/>
        </a:p>
      </dgm:t>
    </dgm:pt>
    <dgm:pt modelId="{C4417AD0-92BE-4B16-AB32-FF793DF09665}" type="sibTrans" cxnId="{B89BDA5A-8ADB-4818-B7FF-29E643239A0F}">
      <dgm:prSet/>
      <dgm:spPr/>
      <dgm:t>
        <a:bodyPr/>
        <a:lstStyle/>
        <a:p>
          <a:endParaRPr lang="en-US"/>
        </a:p>
      </dgm:t>
    </dgm:pt>
    <dgm:pt modelId="{0DB65117-65C5-4095-A8BC-047F5835C03B}">
      <dgm:prSet/>
      <dgm:spPr/>
      <dgm:t>
        <a:bodyPr/>
        <a:lstStyle/>
        <a:p>
          <a:r>
            <a:rPr lang="pt-PT" dirty="0"/>
            <a:t>UI/UX – Protótipos e Experiência do Utilizador</a:t>
          </a:r>
        </a:p>
      </dgm:t>
    </dgm:pt>
    <dgm:pt modelId="{943DCF85-2004-4BE6-8364-FA9B52415941}" type="parTrans" cxnId="{622C8988-1E8F-4A75-8911-6A6A23999903}">
      <dgm:prSet/>
      <dgm:spPr/>
      <dgm:t>
        <a:bodyPr/>
        <a:lstStyle/>
        <a:p>
          <a:endParaRPr lang="pt-PT"/>
        </a:p>
      </dgm:t>
    </dgm:pt>
    <dgm:pt modelId="{CAFBDC3C-AF2B-4494-8A0F-EF7CC3C51E22}" type="sibTrans" cxnId="{622C8988-1E8F-4A75-8911-6A6A23999903}">
      <dgm:prSet/>
      <dgm:spPr/>
      <dgm:t>
        <a:bodyPr/>
        <a:lstStyle/>
        <a:p>
          <a:endParaRPr lang="pt-PT"/>
        </a:p>
      </dgm:t>
    </dgm:pt>
    <dgm:pt modelId="{E01A4DB7-CA8D-4BB9-8D7F-C19B6722FEB0}">
      <dgm:prSet/>
      <dgm:spPr/>
      <dgm:t>
        <a:bodyPr/>
        <a:lstStyle/>
        <a:p>
          <a:r>
            <a:rPr lang="pt-PT" dirty="0"/>
            <a:t>Frontend – Estrutura Inicial da Aplicação (React.js)</a:t>
          </a:r>
        </a:p>
      </dgm:t>
    </dgm:pt>
    <dgm:pt modelId="{A5DFDBFB-A0D3-444C-B423-20AA4FD3D6D8}" type="parTrans" cxnId="{8309ADFD-9765-4F9F-B197-2B5A667E2FA9}">
      <dgm:prSet/>
      <dgm:spPr/>
      <dgm:t>
        <a:bodyPr/>
        <a:lstStyle/>
        <a:p>
          <a:endParaRPr lang="pt-PT"/>
        </a:p>
      </dgm:t>
    </dgm:pt>
    <dgm:pt modelId="{61143008-F715-49B9-923F-4D52E5FCCA9D}" type="sibTrans" cxnId="{8309ADFD-9765-4F9F-B197-2B5A667E2FA9}">
      <dgm:prSet/>
      <dgm:spPr/>
      <dgm:t>
        <a:bodyPr/>
        <a:lstStyle/>
        <a:p>
          <a:endParaRPr lang="pt-PT"/>
        </a:p>
      </dgm:t>
    </dgm:pt>
    <dgm:pt modelId="{E7599D5E-2631-41D7-A3F8-44774D152834}">
      <dgm:prSet/>
      <dgm:spPr/>
      <dgm:t>
        <a:bodyPr/>
        <a:lstStyle/>
        <a:p>
          <a:r>
            <a:rPr lang="pt-PT" dirty="0"/>
            <a:t>Backend – Estrutura Base da API (Flask) e Autenticação Inicial</a:t>
          </a:r>
        </a:p>
      </dgm:t>
    </dgm:pt>
    <dgm:pt modelId="{89F4F0FA-D44F-4D38-8617-9986CB6DE6CF}" type="parTrans" cxnId="{0883C61C-6069-48A6-8F6D-35A04806C12B}">
      <dgm:prSet/>
      <dgm:spPr/>
      <dgm:t>
        <a:bodyPr/>
        <a:lstStyle/>
        <a:p>
          <a:endParaRPr lang="pt-PT"/>
        </a:p>
      </dgm:t>
    </dgm:pt>
    <dgm:pt modelId="{BC61C043-2AB6-4768-8A53-47E3D23EDFCA}" type="sibTrans" cxnId="{0883C61C-6069-48A6-8F6D-35A04806C12B}">
      <dgm:prSet/>
      <dgm:spPr/>
      <dgm:t>
        <a:bodyPr/>
        <a:lstStyle/>
        <a:p>
          <a:endParaRPr lang="pt-PT"/>
        </a:p>
      </dgm:t>
    </dgm:pt>
    <dgm:pt modelId="{8838D25E-EF31-480E-9BD4-9F01C6ECA886}" type="pres">
      <dgm:prSet presAssocID="{8056FF66-0D34-43A7-86F2-BDE8336D7C26}" presName="linearFlow" presStyleCnt="0">
        <dgm:presLayoutVars>
          <dgm:resizeHandles val="exact"/>
        </dgm:presLayoutVars>
      </dgm:prSet>
      <dgm:spPr/>
    </dgm:pt>
    <dgm:pt modelId="{15754F26-A5A4-4305-9D98-530B389F2321}" type="pres">
      <dgm:prSet presAssocID="{0DB65117-65C5-4095-A8BC-047F5835C03B}" presName="node" presStyleLbl="node1" presStyleIdx="0" presStyleCnt="4">
        <dgm:presLayoutVars>
          <dgm:bulletEnabled val="1"/>
        </dgm:presLayoutVars>
      </dgm:prSet>
      <dgm:spPr/>
    </dgm:pt>
    <dgm:pt modelId="{8DAD36F8-A77F-49A8-AF64-732DCDE3FD1B}" type="pres">
      <dgm:prSet presAssocID="{CAFBDC3C-AF2B-4494-8A0F-EF7CC3C51E22}" presName="sibTrans" presStyleLbl="sibTrans2D1" presStyleIdx="0" presStyleCnt="3"/>
      <dgm:spPr/>
    </dgm:pt>
    <dgm:pt modelId="{01448BE7-1D07-48A1-B852-9E05B139959B}" type="pres">
      <dgm:prSet presAssocID="{CAFBDC3C-AF2B-4494-8A0F-EF7CC3C51E22}" presName="connectorText" presStyleLbl="sibTrans2D1" presStyleIdx="0" presStyleCnt="3"/>
      <dgm:spPr/>
    </dgm:pt>
    <dgm:pt modelId="{E3DDEFFF-5E60-4ECF-A6A7-E351BD94FCB5}" type="pres">
      <dgm:prSet presAssocID="{E01A4DB7-CA8D-4BB9-8D7F-C19B6722FEB0}" presName="node" presStyleLbl="node1" presStyleIdx="1" presStyleCnt="4">
        <dgm:presLayoutVars>
          <dgm:bulletEnabled val="1"/>
        </dgm:presLayoutVars>
      </dgm:prSet>
      <dgm:spPr/>
    </dgm:pt>
    <dgm:pt modelId="{006CBDA9-285C-4880-A134-30C4267DE788}" type="pres">
      <dgm:prSet presAssocID="{61143008-F715-49B9-923F-4D52E5FCCA9D}" presName="sibTrans" presStyleLbl="sibTrans2D1" presStyleIdx="1" presStyleCnt="3"/>
      <dgm:spPr/>
    </dgm:pt>
    <dgm:pt modelId="{54676596-6B0E-4D62-B8EF-73726C14FF7F}" type="pres">
      <dgm:prSet presAssocID="{61143008-F715-49B9-923F-4D52E5FCCA9D}" presName="connectorText" presStyleLbl="sibTrans2D1" presStyleIdx="1" presStyleCnt="3"/>
      <dgm:spPr/>
    </dgm:pt>
    <dgm:pt modelId="{72D60254-FAB6-4A15-9C54-32D39F127C1A}" type="pres">
      <dgm:prSet presAssocID="{E7599D5E-2631-41D7-A3F8-44774D152834}" presName="node" presStyleLbl="node1" presStyleIdx="2" presStyleCnt="4">
        <dgm:presLayoutVars>
          <dgm:bulletEnabled val="1"/>
        </dgm:presLayoutVars>
      </dgm:prSet>
      <dgm:spPr/>
    </dgm:pt>
    <dgm:pt modelId="{F99A388B-19C3-497E-9E9F-7C15D888B273}" type="pres">
      <dgm:prSet presAssocID="{BC61C043-2AB6-4768-8A53-47E3D23EDFCA}" presName="sibTrans" presStyleLbl="sibTrans2D1" presStyleIdx="2" presStyleCnt="3"/>
      <dgm:spPr/>
    </dgm:pt>
    <dgm:pt modelId="{6797140D-62DB-47C7-A774-2307E1A7280C}" type="pres">
      <dgm:prSet presAssocID="{BC61C043-2AB6-4768-8A53-47E3D23EDFCA}" presName="connectorText" presStyleLbl="sibTrans2D1" presStyleIdx="2" presStyleCnt="3"/>
      <dgm:spPr/>
    </dgm:pt>
    <dgm:pt modelId="{2E986A56-A8D0-4EFC-B100-EABCB474683E}" type="pres">
      <dgm:prSet presAssocID="{F8572677-2E79-4CBE-A80E-02457B3AB0A4}" presName="node" presStyleLbl="node1" presStyleIdx="3" presStyleCnt="4">
        <dgm:presLayoutVars>
          <dgm:bulletEnabled val="1"/>
        </dgm:presLayoutVars>
      </dgm:prSet>
      <dgm:spPr/>
    </dgm:pt>
  </dgm:ptLst>
  <dgm:cxnLst>
    <dgm:cxn modelId="{0883C61C-6069-48A6-8F6D-35A04806C12B}" srcId="{8056FF66-0D34-43A7-86F2-BDE8336D7C26}" destId="{E7599D5E-2631-41D7-A3F8-44774D152834}" srcOrd="2" destOrd="0" parTransId="{89F4F0FA-D44F-4D38-8617-9986CB6DE6CF}" sibTransId="{BC61C043-2AB6-4768-8A53-47E3D23EDFCA}"/>
    <dgm:cxn modelId="{55E5A02B-3969-464F-8975-C64BCCEEF49D}" type="presOf" srcId="{61143008-F715-49B9-923F-4D52E5FCCA9D}" destId="{54676596-6B0E-4D62-B8EF-73726C14FF7F}" srcOrd="1" destOrd="0" presId="urn:microsoft.com/office/officeart/2005/8/layout/process2"/>
    <dgm:cxn modelId="{5B1E7E3C-56CB-4E4B-A0C6-8824974FF82B}" type="presOf" srcId="{E7599D5E-2631-41D7-A3F8-44774D152834}" destId="{72D60254-FAB6-4A15-9C54-32D39F127C1A}" srcOrd="0" destOrd="0" presId="urn:microsoft.com/office/officeart/2005/8/layout/process2"/>
    <dgm:cxn modelId="{5C65B442-4B80-4C3C-842B-523D5C71C6CA}" type="presOf" srcId="{CAFBDC3C-AF2B-4494-8A0F-EF7CC3C51E22}" destId="{8DAD36F8-A77F-49A8-AF64-732DCDE3FD1B}" srcOrd="0" destOrd="0" presId="urn:microsoft.com/office/officeart/2005/8/layout/process2"/>
    <dgm:cxn modelId="{E0174758-19C7-44BE-87C1-31E8D31AADEF}" type="presOf" srcId="{61143008-F715-49B9-923F-4D52E5FCCA9D}" destId="{006CBDA9-285C-4880-A134-30C4267DE788}" srcOrd="0" destOrd="0" presId="urn:microsoft.com/office/officeart/2005/8/layout/process2"/>
    <dgm:cxn modelId="{D4B5C679-6996-4BBB-A240-4A839DFAF06A}" type="presOf" srcId="{0DB65117-65C5-4095-A8BC-047F5835C03B}" destId="{15754F26-A5A4-4305-9D98-530B389F2321}" srcOrd="0" destOrd="0" presId="urn:microsoft.com/office/officeart/2005/8/layout/process2"/>
    <dgm:cxn modelId="{B89BDA5A-8ADB-4818-B7FF-29E643239A0F}" srcId="{8056FF66-0D34-43A7-86F2-BDE8336D7C26}" destId="{F8572677-2E79-4CBE-A80E-02457B3AB0A4}" srcOrd="3" destOrd="0" parTransId="{54082998-353E-4ABA-8951-84501240918C}" sibTransId="{C4417AD0-92BE-4B16-AB32-FF793DF09665}"/>
    <dgm:cxn modelId="{F089DD86-8C7B-4F16-8DFB-9466C60CE348}" type="presOf" srcId="{BC61C043-2AB6-4768-8A53-47E3D23EDFCA}" destId="{6797140D-62DB-47C7-A774-2307E1A7280C}" srcOrd="1" destOrd="0" presId="urn:microsoft.com/office/officeart/2005/8/layout/process2"/>
    <dgm:cxn modelId="{622C8988-1E8F-4A75-8911-6A6A23999903}" srcId="{8056FF66-0D34-43A7-86F2-BDE8336D7C26}" destId="{0DB65117-65C5-4095-A8BC-047F5835C03B}" srcOrd="0" destOrd="0" parTransId="{943DCF85-2004-4BE6-8364-FA9B52415941}" sibTransId="{CAFBDC3C-AF2B-4494-8A0F-EF7CC3C51E22}"/>
    <dgm:cxn modelId="{3A32C593-29A4-457B-A220-69FF5287B448}" type="presOf" srcId="{F8572677-2E79-4CBE-A80E-02457B3AB0A4}" destId="{2E986A56-A8D0-4EFC-B100-EABCB474683E}" srcOrd="0" destOrd="0" presId="urn:microsoft.com/office/officeart/2005/8/layout/process2"/>
    <dgm:cxn modelId="{1700E7DE-07B8-4006-BA49-D77F767FFCE1}" type="presOf" srcId="{E01A4DB7-CA8D-4BB9-8D7F-C19B6722FEB0}" destId="{E3DDEFFF-5E60-4ECF-A6A7-E351BD94FCB5}" srcOrd="0" destOrd="0" presId="urn:microsoft.com/office/officeart/2005/8/layout/process2"/>
    <dgm:cxn modelId="{A05BCDEE-B09C-4231-A365-26B7F4969B54}" type="presOf" srcId="{CAFBDC3C-AF2B-4494-8A0F-EF7CC3C51E22}" destId="{01448BE7-1D07-48A1-B852-9E05B139959B}" srcOrd="1" destOrd="0" presId="urn:microsoft.com/office/officeart/2005/8/layout/process2"/>
    <dgm:cxn modelId="{6F3398F1-C18E-4642-838D-A2561DF25F4B}" type="presOf" srcId="{BC61C043-2AB6-4768-8A53-47E3D23EDFCA}" destId="{F99A388B-19C3-497E-9E9F-7C15D888B273}" srcOrd="0" destOrd="0" presId="urn:microsoft.com/office/officeart/2005/8/layout/process2"/>
    <dgm:cxn modelId="{7B660BF5-9A44-491B-9C66-AD61C72CF65F}" type="presOf" srcId="{8056FF66-0D34-43A7-86F2-BDE8336D7C26}" destId="{8838D25E-EF31-480E-9BD4-9F01C6ECA886}" srcOrd="0" destOrd="0" presId="urn:microsoft.com/office/officeart/2005/8/layout/process2"/>
    <dgm:cxn modelId="{8309ADFD-9765-4F9F-B197-2B5A667E2FA9}" srcId="{8056FF66-0D34-43A7-86F2-BDE8336D7C26}" destId="{E01A4DB7-CA8D-4BB9-8D7F-C19B6722FEB0}" srcOrd="1" destOrd="0" parTransId="{A5DFDBFB-A0D3-444C-B423-20AA4FD3D6D8}" sibTransId="{61143008-F715-49B9-923F-4D52E5FCCA9D}"/>
    <dgm:cxn modelId="{6CECF33C-8113-467B-9387-FDCA7BBCFFB6}" type="presParOf" srcId="{8838D25E-EF31-480E-9BD4-9F01C6ECA886}" destId="{15754F26-A5A4-4305-9D98-530B389F2321}" srcOrd="0" destOrd="0" presId="urn:microsoft.com/office/officeart/2005/8/layout/process2"/>
    <dgm:cxn modelId="{90B9540F-6B2D-4026-8DB3-EA06C13449D7}" type="presParOf" srcId="{8838D25E-EF31-480E-9BD4-9F01C6ECA886}" destId="{8DAD36F8-A77F-49A8-AF64-732DCDE3FD1B}" srcOrd="1" destOrd="0" presId="urn:microsoft.com/office/officeart/2005/8/layout/process2"/>
    <dgm:cxn modelId="{D9093959-0132-4BBA-A66E-A6AAE311090D}" type="presParOf" srcId="{8DAD36F8-A77F-49A8-AF64-732DCDE3FD1B}" destId="{01448BE7-1D07-48A1-B852-9E05B139959B}" srcOrd="0" destOrd="0" presId="urn:microsoft.com/office/officeart/2005/8/layout/process2"/>
    <dgm:cxn modelId="{5E5D8EE6-77E8-439A-955B-0971423E7190}" type="presParOf" srcId="{8838D25E-EF31-480E-9BD4-9F01C6ECA886}" destId="{E3DDEFFF-5E60-4ECF-A6A7-E351BD94FCB5}" srcOrd="2" destOrd="0" presId="urn:microsoft.com/office/officeart/2005/8/layout/process2"/>
    <dgm:cxn modelId="{DEDEE228-4CF9-440B-A5A6-4C7636A47980}" type="presParOf" srcId="{8838D25E-EF31-480E-9BD4-9F01C6ECA886}" destId="{006CBDA9-285C-4880-A134-30C4267DE788}" srcOrd="3" destOrd="0" presId="urn:microsoft.com/office/officeart/2005/8/layout/process2"/>
    <dgm:cxn modelId="{0C913ED5-AB7B-4CD5-BF7A-0CB472607D4E}" type="presParOf" srcId="{006CBDA9-285C-4880-A134-30C4267DE788}" destId="{54676596-6B0E-4D62-B8EF-73726C14FF7F}" srcOrd="0" destOrd="0" presId="urn:microsoft.com/office/officeart/2005/8/layout/process2"/>
    <dgm:cxn modelId="{D0978093-7705-4FDA-9D2D-24E0D434A80D}" type="presParOf" srcId="{8838D25E-EF31-480E-9BD4-9F01C6ECA886}" destId="{72D60254-FAB6-4A15-9C54-32D39F127C1A}" srcOrd="4" destOrd="0" presId="urn:microsoft.com/office/officeart/2005/8/layout/process2"/>
    <dgm:cxn modelId="{E8ECD30A-1399-4E12-8357-C30361623928}" type="presParOf" srcId="{8838D25E-EF31-480E-9BD4-9F01C6ECA886}" destId="{F99A388B-19C3-497E-9E9F-7C15D888B273}" srcOrd="5" destOrd="0" presId="urn:microsoft.com/office/officeart/2005/8/layout/process2"/>
    <dgm:cxn modelId="{FF0634E5-53BB-43F6-9404-0F8A7668E931}" type="presParOf" srcId="{F99A388B-19C3-497E-9E9F-7C15D888B273}" destId="{6797140D-62DB-47C7-A774-2307E1A7280C}" srcOrd="0" destOrd="0" presId="urn:microsoft.com/office/officeart/2005/8/layout/process2"/>
    <dgm:cxn modelId="{D7FC3334-85CB-41B1-912D-4C12D1DA24DC}" type="presParOf" srcId="{8838D25E-EF31-480E-9BD4-9F01C6ECA886}" destId="{2E986A56-A8D0-4EFC-B100-EABCB474683E}" srcOrd="6" destOrd="0" presId="urn:microsoft.com/office/officeart/2005/8/layout/process2"/>
  </dgm:cxnLst>
  <dgm:bg>
    <a:noFill/>
  </dgm:bg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075EE3-E48E-489F-A51E-D55DE34FAF68}">
      <dsp:nvSpPr>
        <dsp:cNvPr id="0" name=""/>
        <dsp:cNvSpPr/>
      </dsp:nvSpPr>
      <dsp:spPr>
        <a:xfrm>
          <a:off x="0" y="36561"/>
          <a:ext cx="822960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100" kern="1200"/>
            <a:t>Levantamento de requisitos (FURPS+)</a:t>
          </a:r>
          <a:endParaRPr lang="en-US" sz="2100" kern="1200"/>
        </a:p>
      </dsp:txBody>
      <dsp:txXfrm>
        <a:off x="24588" y="61149"/>
        <a:ext cx="8180424" cy="454509"/>
      </dsp:txXfrm>
    </dsp:sp>
    <dsp:sp modelId="{23E24AE8-1932-4BAC-B142-F0719FF227F4}">
      <dsp:nvSpPr>
        <dsp:cNvPr id="0" name=""/>
        <dsp:cNvSpPr/>
      </dsp:nvSpPr>
      <dsp:spPr>
        <a:xfrm>
          <a:off x="0" y="600726"/>
          <a:ext cx="822960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100" kern="1200"/>
            <a:t>Atualização do Diagrama de Use Cases</a:t>
          </a:r>
          <a:endParaRPr lang="en-US" sz="2100" kern="1200"/>
        </a:p>
      </dsp:txBody>
      <dsp:txXfrm>
        <a:off x="24588" y="625314"/>
        <a:ext cx="8180424" cy="454509"/>
      </dsp:txXfrm>
    </dsp:sp>
    <dsp:sp modelId="{A3A1B0B6-E841-4579-8F64-0F0543BA4A97}">
      <dsp:nvSpPr>
        <dsp:cNvPr id="0" name=""/>
        <dsp:cNvSpPr/>
      </dsp:nvSpPr>
      <dsp:spPr>
        <a:xfrm>
          <a:off x="0" y="1164891"/>
          <a:ext cx="822960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100" kern="1200"/>
            <a:t>Cenário UC Executar Simulação</a:t>
          </a:r>
          <a:endParaRPr lang="en-US" sz="2100" kern="1200"/>
        </a:p>
      </dsp:txBody>
      <dsp:txXfrm>
        <a:off x="24588" y="1189479"/>
        <a:ext cx="8180424" cy="454509"/>
      </dsp:txXfrm>
    </dsp:sp>
    <dsp:sp modelId="{E8BEF1E6-0871-417C-9AAC-443CF9692624}">
      <dsp:nvSpPr>
        <dsp:cNvPr id="0" name=""/>
        <dsp:cNvSpPr/>
      </dsp:nvSpPr>
      <dsp:spPr>
        <a:xfrm>
          <a:off x="0" y="1729056"/>
          <a:ext cx="822960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100" kern="1200"/>
            <a:t>Fluxograma do UC</a:t>
          </a:r>
          <a:endParaRPr lang="en-US" sz="2100" kern="1200"/>
        </a:p>
      </dsp:txBody>
      <dsp:txXfrm>
        <a:off x="24588" y="1753644"/>
        <a:ext cx="8180424" cy="454509"/>
      </dsp:txXfrm>
    </dsp:sp>
    <dsp:sp modelId="{8B8EF8A3-AB8F-4DEE-89E1-FAE23D0656BF}">
      <dsp:nvSpPr>
        <dsp:cNvPr id="0" name=""/>
        <dsp:cNvSpPr/>
      </dsp:nvSpPr>
      <dsp:spPr>
        <a:xfrm>
          <a:off x="0" y="2293221"/>
          <a:ext cx="822960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100" kern="1200"/>
            <a:t>Repositório GitHub</a:t>
          </a:r>
          <a:endParaRPr lang="en-US" sz="2100" kern="1200"/>
        </a:p>
      </dsp:txBody>
      <dsp:txXfrm>
        <a:off x="24588" y="2317809"/>
        <a:ext cx="8180424" cy="454509"/>
      </dsp:txXfrm>
    </dsp:sp>
    <dsp:sp modelId="{D1F945E9-E44F-49D8-B062-B8E49A724451}">
      <dsp:nvSpPr>
        <dsp:cNvPr id="0" name=""/>
        <dsp:cNvSpPr/>
      </dsp:nvSpPr>
      <dsp:spPr>
        <a:xfrm>
          <a:off x="0" y="2857386"/>
          <a:ext cx="822960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100" kern="1200"/>
            <a:t>Modelo Relacional</a:t>
          </a:r>
          <a:endParaRPr lang="en-US" sz="2100" kern="1200"/>
        </a:p>
      </dsp:txBody>
      <dsp:txXfrm>
        <a:off x="24588" y="2881974"/>
        <a:ext cx="8180424" cy="454509"/>
      </dsp:txXfrm>
    </dsp:sp>
    <dsp:sp modelId="{8D51BB22-CB06-45D2-BFCB-A2C5B29C561A}">
      <dsp:nvSpPr>
        <dsp:cNvPr id="0" name=""/>
        <dsp:cNvSpPr/>
      </dsp:nvSpPr>
      <dsp:spPr>
        <a:xfrm>
          <a:off x="0" y="3421551"/>
          <a:ext cx="822960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100" kern="1200"/>
            <a:t>Modelo de Domínio</a:t>
          </a:r>
          <a:endParaRPr lang="en-US" sz="2100" kern="1200"/>
        </a:p>
      </dsp:txBody>
      <dsp:txXfrm>
        <a:off x="24588" y="3446139"/>
        <a:ext cx="8180424" cy="454509"/>
      </dsp:txXfrm>
    </dsp:sp>
    <dsp:sp modelId="{12F575F2-C1A2-4DF2-9BF3-C84D1EC6602B}">
      <dsp:nvSpPr>
        <dsp:cNvPr id="0" name=""/>
        <dsp:cNvSpPr/>
      </dsp:nvSpPr>
      <dsp:spPr>
        <a:xfrm>
          <a:off x="0" y="3985716"/>
          <a:ext cx="822960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100" kern="1200"/>
            <a:t>Dicionário de Dados</a:t>
          </a:r>
          <a:endParaRPr lang="en-US" sz="2100" kern="1200"/>
        </a:p>
      </dsp:txBody>
      <dsp:txXfrm>
        <a:off x="24588" y="4010304"/>
        <a:ext cx="8180424" cy="4545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539E7A-9DE1-4FD4-AAB6-833F0D84BAC1}">
      <dsp:nvSpPr>
        <dsp:cNvPr id="0" name=""/>
        <dsp:cNvSpPr/>
      </dsp:nvSpPr>
      <dsp:spPr>
        <a:xfrm>
          <a:off x="4625648" y="11139"/>
          <a:ext cx="857404" cy="8574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1. Introduzir parâmetros</a:t>
          </a:r>
        </a:p>
      </dsp:txBody>
      <dsp:txXfrm>
        <a:off x="4625648" y="11139"/>
        <a:ext cx="857404" cy="857404"/>
      </dsp:txXfrm>
    </dsp:sp>
    <dsp:sp modelId="{58880275-CE80-4BD3-84E4-EE359E9EE99C}">
      <dsp:nvSpPr>
        <dsp:cNvPr id="0" name=""/>
        <dsp:cNvSpPr/>
      </dsp:nvSpPr>
      <dsp:spPr>
        <a:xfrm>
          <a:off x="2003977" y="2444"/>
          <a:ext cx="4187915" cy="4187915"/>
        </a:xfrm>
        <a:prstGeom prst="circularArrow">
          <a:avLst>
            <a:gd name="adj1" fmla="val 3992"/>
            <a:gd name="adj2" fmla="val 250457"/>
            <a:gd name="adj3" fmla="val 20572477"/>
            <a:gd name="adj4" fmla="val 18983738"/>
            <a:gd name="adj5" fmla="val 465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8BBB2B-6B96-4465-8B7D-334655807CBB}">
      <dsp:nvSpPr>
        <dsp:cNvPr id="0" name=""/>
        <dsp:cNvSpPr/>
      </dsp:nvSpPr>
      <dsp:spPr>
        <a:xfrm>
          <a:off x="5582064" y="1667700"/>
          <a:ext cx="857404" cy="8574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2. Validar dados</a:t>
          </a:r>
        </a:p>
      </dsp:txBody>
      <dsp:txXfrm>
        <a:off x="5582064" y="1667700"/>
        <a:ext cx="857404" cy="857404"/>
      </dsp:txXfrm>
    </dsp:sp>
    <dsp:sp modelId="{62A3DEBF-A781-4BED-B705-B6180EC6A51C}">
      <dsp:nvSpPr>
        <dsp:cNvPr id="0" name=""/>
        <dsp:cNvSpPr/>
      </dsp:nvSpPr>
      <dsp:spPr>
        <a:xfrm>
          <a:off x="2003977" y="2444"/>
          <a:ext cx="4187915" cy="4187915"/>
        </a:xfrm>
        <a:prstGeom prst="circularArrow">
          <a:avLst>
            <a:gd name="adj1" fmla="val 3992"/>
            <a:gd name="adj2" fmla="val 250457"/>
            <a:gd name="adj3" fmla="val 2365805"/>
            <a:gd name="adj4" fmla="val 777066"/>
            <a:gd name="adj5" fmla="val 465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3075B0-D6D3-4754-84C3-EA397CBA25EF}">
      <dsp:nvSpPr>
        <dsp:cNvPr id="0" name=""/>
        <dsp:cNvSpPr/>
      </dsp:nvSpPr>
      <dsp:spPr>
        <a:xfrm>
          <a:off x="4625648" y="3324260"/>
          <a:ext cx="857404" cy="8574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3. Executar modelo SIR</a:t>
          </a:r>
        </a:p>
      </dsp:txBody>
      <dsp:txXfrm>
        <a:off x="4625648" y="3324260"/>
        <a:ext cx="857404" cy="857404"/>
      </dsp:txXfrm>
    </dsp:sp>
    <dsp:sp modelId="{59418D37-3FC5-41BA-BBC9-8C6AC87D4BD0}">
      <dsp:nvSpPr>
        <dsp:cNvPr id="0" name=""/>
        <dsp:cNvSpPr/>
      </dsp:nvSpPr>
      <dsp:spPr>
        <a:xfrm>
          <a:off x="2003977" y="2444"/>
          <a:ext cx="4187915" cy="4187915"/>
        </a:xfrm>
        <a:prstGeom prst="circularArrow">
          <a:avLst>
            <a:gd name="adj1" fmla="val 3992"/>
            <a:gd name="adj2" fmla="val 250457"/>
            <a:gd name="adj3" fmla="val 6110413"/>
            <a:gd name="adj4" fmla="val 4439130"/>
            <a:gd name="adj5" fmla="val 465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29E908-7DDF-41AD-BA0E-30419FB7A4A5}">
      <dsp:nvSpPr>
        <dsp:cNvPr id="0" name=""/>
        <dsp:cNvSpPr/>
      </dsp:nvSpPr>
      <dsp:spPr>
        <a:xfrm>
          <a:off x="2712817" y="3324260"/>
          <a:ext cx="857404" cy="8574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4. Guardar resultados</a:t>
          </a:r>
        </a:p>
      </dsp:txBody>
      <dsp:txXfrm>
        <a:off x="2712817" y="3324260"/>
        <a:ext cx="857404" cy="857404"/>
      </dsp:txXfrm>
    </dsp:sp>
    <dsp:sp modelId="{D5E2E55D-5BE8-420F-9E27-141A137E27F8}">
      <dsp:nvSpPr>
        <dsp:cNvPr id="0" name=""/>
        <dsp:cNvSpPr/>
      </dsp:nvSpPr>
      <dsp:spPr>
        <a:xfrm>
          <a:off x="2003977" y="2444"/>
          <a:ext cx="4187915" cy="4187915"/>
        </a:xfrm>
        <a:prstGeom prst="circularArrow">
          <a:avLst>
            <a:gd name="adj1" fmla="val 3992"/>
            <a:gd name="adj2" fmla="val 250457"/>
            <a:gd name="adj3" fmla="val 9772477"/>
            <a:gd name="adj4" fmla="val 8183738"/>
            <a:gd name="adj5" fmla="val 465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34FFBD-A2ED-4F19-93BA-D0B11387C03E}">
      <dsp:nvSpPr>
        <dsp:cNvPr id="0" name=""/>
        <dsp:cNvSpPr/>
      </dsp:nvSpPr>
      <dsp:spPr>
        <a:xfrm>
          <a:off x="1756401" y="1667700"/>
          <a:ext cx="857404" cy="8574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5. Calcular Rt</a:t>
          </a:r>
        </a:p>
      </dsp:txBody>
      <dsp:txXfrm>
        <a:off x="1756401" y="1667700"/>
        <a:ext cx="857404" cy="857404"/>
      </dsp:txXfrm>
    </dsp:sp>
    <dsp:sp modelId="{F3ECC07A-CBA1-4952-9194-8E656C9B0D88}">
      <dsp:nvSpPr>
        <dsp:cNvPr id="0" name=""/>
        <dsp:cNvSpPr/>
      </dsp:nvSpPr>
      <dsp:spPr>
        <a:xfrm>
          <a:off x="2003977" y="2444"/>
          <a:ext cx="4187915" cy="4187915"/>
        </a:xfrm>
        <a:prstGeom prst="circularArrow">
          <a:avLst>
            <a:gd name="adj1" fmla="val 3992"/>
            <a:gd name="adj2" fmla="val 250457"/>
            <a:gd name="adj3" fmla="val 13165805"/>
            <a:gd name="adj4" fmla="val 11577066"/>
            <a:gd name="adj5" fmla="val 465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43A972-EDB1-4D3C-91EE-D6672A335B02}">
      <dsp:nvSpPr>
        <dsp:cNvPr id="0" name=""/>
        <dsp:cNvSpPr/>
      </dsp:nvSpPr>
      <dsp:spPr>
        <a:xfrm>
          <a:off x="2712817" y="11139"/>
          <a:ext cx="857404" cy="8574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6. Exibir gráficos</a:t>
          </a:r>
        </a:p>
      </dsp:txBody>
      <dsp:txXfrm>
        <a:off x="2712817" y="11139"/>
        <a:ext cx="857404" cy="857404"/>
      </dsp:txXfrm>
    </dsp:sp>
    <dsp:sp modelId="{7617E6C0-25A9-4933-97FF-5738A5D232DF}">
      <dsp:nvSpPr>
        <dsp:cNvPr id="0" name=""/>
        <dsp:cNvSpPr/>
      </dsp:nvSpPr>
      <dsp:spPr>
        <a:xfrm>
          <a:off x="2003977" y="2444"/>
          <a:ext cx="4187915" cy="4187915"/>
        </a:xfrm>
        <a:prstGeom prst="circularArrow">
          <a:avLst>
            <a:gd name="adj1" fmla="val 3992"/>
            <a:gd name="adj2" fmla="val 250457"/>
            <a:gd name="adj3" fmla="val 16910413"/>
            <a:gd name="adj4" fmla="val 15239130"/>
            <a:gd name="adj5" fmla="val 465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B101BE-6AD9-428F-8944-AEE9942AE3E2}">
      <dsp:nvSpPr>
        <dsp:cNvPr id="0" name=""/>
        <dsp:cNvSpPr/>
      </dsp:nvSpPr>
      <dsp:spPr>
        <a:xfrm>
          <a:off x="715337" y="2413"/>
          <a:ext cx="3221521" cy="19329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Criação do repositório</a:t>
          </a:r>
        </a:p>
      </dsp:txBody>
      <dsp:txXfrm>
        <a:off x="715337" y="2413"/>
        <a:ext cx="3221521" cy="1932912"/>
      </dsp:txXfrm>
    </dsp:sp>
    <dsp:sp modelId="{F1112778-A03C-4718-AF1C-11149154BDBB}">
      <dsp:nvSpPr>
        <dsp:cNvPr id="0" name=""/>
        <dsp:cNvSpPr/>
      </dsp:nvSpPr>
      <dsp:spPr>
        <a:xfrm>
          <a:off x="4259011" y="2413"/>
          <a:ext cx="3221521" cy="19329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Estrutura inicial: frontend/backend</a:t>
          </a:r>
        </a:p>
      </dsp:txBody>
      <dsp:txXfrm>
        <a:off x="4259011" y="2413"/>
        <a:ext cx="3221521" cy="1932912"/>
      </dsp:txXfrm>
    </dsp:sp>
    <dsp:sp modelId="{3B5BC1CE-842C-4EFF-AE02-B7E72B04093F}">
      <dsp:nvSpPr>
        <dsp:cNvPr id="0" name=""/>
        <dsp:cNvSpPr/>
      </dsp:nvSpPr>
      <dsp:spPr>
        <a:xfrm>
          <a:off x="715337" y="2257478"/>
          <a:ext cx="3221521" cy="19329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Branches: main, dev, feature/*</a:t>
          </a:r>
        </a:p>
      </dsp:txBody>
      <dsp:txXfrm>
        <a:off x="715337" y="2257478"/>
        <a:ext cx="3221521" cy="1932912"/>
      </dsp:txXfrm>
    </dsp:sp>
    <dsp:sp modelId="{0BC9B9B3-58EA-4AD1-8830-89586F64B62B}">
      <dsp:nvSpPr>
        <dsp:cNvPr id="0" name=""/>
        <dsp:cNvSpPr/>
      </dsp:nvSpPr>
      <dsp:spPr>
        <a:xfrm>
          <a:off x="4259011" y="2257478"/>
          <a:ext cx="3221521" cy="19329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Adição de colaboradores</a:t>
          </a:r>
        </a:p>
      </dsp:txBody>
      <dsp:txXfrm>
        <a:off x="4259011" y="2257478"/>
        <a:ext cx="3221521" cy="19329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591624-9459-4FE2-8E9E-551B66F19088}">
      <dsp:nvSpPr>
        <dsp:cNvPr id="0" name=""/>
        <dsp:cNvSpPr/>
      </dsp:nvSpPr>
      <dsp:spPr>
        <a:xfrm>
          <a:off x="2359" y="456481"/>
          <a:ext cx="1872069" cy="11232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400" b="1" kern="1200" dirty="0"/>
            <a:t>US_A001 — Levantamento de Requisitos (FURPS+)</a:t>
          </a:r>
          <a:br>
            <a:rPr lang="pt-PT" sz="1400" kern="1200" dirty="0"/>
          </a:br>
          <a:r>
            <a:rPr lang="pt-PT" sz="1400" kern="1200" dirty="0"/>
            <a:t>Responsável: João</a:t>
          </a:r>
          <a:br>
            <a:rPr lang="pt-PT" sz="1400" kern="1200" dirty="0"/>
          </a:br>
          <a:r>
            <a:rPr lang="pt-PT" sz="1400" kern="1200" dirty="0"/>
            <a:t>Conclusão: </a:t>
          </a:r>
          <a:r>
            <a:rPr lang="pt-PT" sz="1400" b="1" kern="1200" dirty="0"/>
            <a:t>100%</a:t>
          </a:r>
          <a:endParaRPr lang="en-US" sz="1400" kern="1200" dirty="0"/>
        </a:p>
      </dsp:txBody>
      <dsp:txXfrm>
        <a:off x="2359" y="456481"/>
        <a:ext cx="1872069" cy="1123241"/>
      </dsp:txXfrm>
    </dsp:sp>
    <dsp:sp modelId="{9AA23BBF-5215-497A-96D4-12A0F5682FBC}">
      <dsp:nvSpPr>
        <dsp:cNvPr id="0" name=""/>
        <dsp:cNvSpPr/>
      </dsp:nvSpPr>
      <dsp:spPr>
        <a:xfrm>
          <a:off x="2061636" y="456481"/>
          <a:ext cx="1872069" cy="11232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400" b="1" kern="1200" dirty="0"/>
            <a:t>US_A002 — Diagrama de Use Cases</a:t>
          </a:r>
          <a:br>
            <a:rPr lang="pt-PT" sz="1400" kern="1200" dirty="0"/>
          </a:br>
          <a:r>
            <a:rPr lang="pt-PT" sz="1400" kern="1200" dirty="0"/>
            <a:t>Responsável: </a:t>
          </a:r>
          <a:r>
            <a:rPr lang="pt-PT" sz="1400" i="1" kern="1200" dirty="0"/>
            <a:t>João</a:t>
          </a:r>
          <a:br>
            <a:rPr lang="pt-PT" sz="1400" kern="1200" dirty="0"/>
          </a:br>
          <a:r>
            <a:rPr lang="pt-PT" sz="1400" kern="1200" dirty="0"/>
            <a:t>Conclusão: </a:t>
          </a:r>
          <a:r>
            <a:rPr lang="pt-PT" sz="1400" b="1" kern="1200" dirty="0"/>
            <a:t>100%</a:t>
          </a:r>
          <a:endParaRPr lang="en-US" sz="1400" kern="1200" dirty="0"/>
        </a:p>
      </dsp:txBody>
      <dsp:txXfrm>
        <a:off x="2061636" y="456481"/>
        <a:ext cx="1872069" cy="1123241"/>
      </dsp:txXfrm>
    </dsp:sp>
    <dsp:sp modelId="{8D683948-3D64-4664-AB3A-AF13B7A9C7A0}">
      <dsp:nvSpPr>
        <dsp:cNvPr id="0" name=""/>
        <dsp:cNvSpPr/>
      </dsp:nvSpPr>
      <dsp:spPr>
        <a:xfrm>
          <a:off x="4120913" y="456481"/>
          <a:ext cx="1872069" cy="11232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400" b="1" kern="1200" dirty="0"/>
            <a:t>US_A003 — Modelo Relacional de Dados (ERD)</a:t>
          </a:r>
          <a:br>
            <a:rPr lang="pt-PT" sz="1400" kern="1200" dirty="0"/>
          </a:br>
          <a:r>
            <a:rPr lang="pt-PT" sz="1400" kern="1200" dirty="0"/>
            <a:t>Responsável: Zé</a:t>
          </a:r>
          <a:br>
            <a:rPr lang="pt-PT" sz="1400" kern="1200" dirty="0"/>
          </a:br>
          <a:r>
            <a:rPr lang="pt-PT" sz="1400" kern="1200" dirty="0"/>
            <a:t>Conclusão: </a:t>
          </a:r>
          <a:r>
            <a:rPr lang="pt-PT" sz="1400" b="1" kern="1200" dirty="0"/>
            <a:t>100%</a:t>
          </a:r>
          <a:endParaRPr lang="en-US" sz="1400" kern="1200" dirty="0"/>
        </a:p>
      </dsp:txBody>
      <dsp:txXfrm>
        <a:off x="4120913" y="456481"/>
        <a:ext cx="1872069" cy="1123241"/>
      </dsp:txXfrm>
    </dsp:sp>
    <dsp:sp modelId="{6EC84F1E-1A1B-4163-8609-F6F1BBF3DC70}">
      <dsp:nvSpPr>
        <dsp:cNvPr id="0" name=""/>
        <dsp:cNvSpPr/>
      </dsp:nvSpPr>
      <dsp:spPr>
        <a:xfrm>
          <a:off x="6180190" y="456481"/>
          <a:ext cx="1872069" cy="11232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400" b="1" kern="1200" dirty="0"/>
            <a:t>US_A004 — Modelo de Domínio (DDD)</a:t>
          </a:r>
          <a:br>
            <a:rPr lang="pt-PT" sz="1400" kern="1200" dirty="0"/>
          </a:br>
          <a:r>
            <a:rPr lang="pt-PT" sz="1400" kern="1200" dirty="0"/>
            <a:t>Responsável: </a:t>
          </a:r>
          <a:r>
            <a:rPr lang="pt-PT" sz="1400" b="0" kern="1200" dirty="0"/>
            <a:t>Zé</a:t>
          </a:r>
          <a:br>
            <a:rPr lang="pt-PT" sz="1400" kern="1200" dirty="0"/>
          </a:br>
          <a:r>
            <a:rPr lang="pt-PT" sz="1400" kern="1200" dirty="0"/>
            <a:t>Conclusão: </a:t>
          </a:r>
          <a:r>
            <a:rPr lang="pt-PT" sz="1400" b="1" kern="1200" dirty="0"/>
            <a:t>100%</a:t>
          </a:r>
          <a:endParaRPr lang="en-US" sz="1400" kern="1200" dirty="0"/>
        </a:p>
      </dsp:txBody>
      <dsp:txXfrm>
        <a:off x="6180190" y="456481"/>
        <a:ext cx="1872069" cy="1123241"/>
      </dsp:txXfrm>
    </dsp:sp>
    <dsp:sp modelId="{9A4F6BB1-1D4F-421A-ADCA-D650ECD13A0D}">
      <dsp:nvSpPr>
        <dsp:cNvPr id="0" name=""/>
        <dsp:cNvSpPr/>
      </dsp:nvSpPr>
      <dsp:spPr>
        <a:xfrm>
          <a:off x="2359" y="1766930"/>
          <a:ext cx="1872069" cy="11232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400" b="1" kern="1200" dirty="0"/>
            <a:t>US_A005 — Cenário Estruturado do UC “Executar Simulação”</a:t>
          </a:r>
          <a:br>
            <a:rPr lang="pt-PT" sz="1400" kern="1200" dirty="0"/>
          </a:br>
          <a:r>
            <a:rPr lang="pt-PT" sz="1400" kern="1200" dirty="0"/>
            <a:t>Responsável: João</a:t>
          </a:r>
          <a:br>
            <a:rPr lang="pt-PT" sz="1400" kern="1200" dirty="0"/>
          </a:br>
          <a:r>
            <a:rPr lang="pt-PT" sz="1400" kern="1200" dirty="0"/>
            <a:t>Conclusão: </a:t>
          </a:r>
          <a:r>
            <a:rPr lang="pt-PT" sz="1400" b="1" kern="1200" dirty="0"/>
            <a:t>100%</a:t>
          </a:r>
          <a:endParaRPr lang="en-US" sz="1400" kern="1200" dirty="0"/>
        </a:p>
      </dsp:txBody>
      <dsp:txXfrm>
        <a:off x="2359" y="1766930"/>
        <a:ext cx="1872069" cy="1123241"/>
      </dsp:txXfrm>
    </dsp:sp>
    <dsp:sp modelId="{E9280F86-73BC-431B-8F55-28E3B4546DBF}">
      <dsp:nvSpPr>
        <dsp:cNvPr id="0" name=""/>
        <dsp:cNvSpPr/>
      </dsp:nvSpPr>
      <dsp:spPr>
        <a:xfrm>
          <a:off x="2061636" y="1766930"/>
          <a:ext cx="1872069" cy="11232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400" b="1" kern="1200" dirty="0"/>
            <a:t>US_A006 — Repositório GitHub Configurado</a:t>
          </a:r>
          <a:br>
            <a:rPr lang="pt-PT" sz="1400" kern="1200" dirty="0"/>
          </a:br>
          <a:r>
            <a:rPr lang="pt-PT" sz="1400" kern="1200" dirty="0"/>
            <a:t>Responsável: João</a:t>
          </a:r>
          <a:br>
            <a:rPr lang="pt-PT" sz="1400" kern="1200" dirty="0"/>
          </a:br>
          <a:r>
            <a:rPr lang="pt-PT" sz="1400" kern="1200" dirty="0"/>
            <a:t>Conclusão: </a:t>
          </a:r>
          <a:r>
            <a:rPr lang="pt-PT" sz="1400" b="1" kern="1200" dirty="0"/>
            <a:t>100%</a:t>
          </a:r>
          <a:endParaRPr lang="en-US" sz="1400" kern="1200" dirty="0"/>
        </a:p>
      </dsp:txBody>
      <dsp:txXfrm>
        <a:off x="2061636" y="1766930"/>
        <a:ext cx="1872069" cy="1123241"/>
      </dsp:txXfrm>
    </dsp:sp>
    <dsp:sp modelId="{BB78863F-B6FB-41D9-9AD5-D1AA0C456AA7}">
      <dsp:nvSpPr>
        <dsp:cNvPr id="0" name=""/>
        <dsp:cNvSpPr/>
      </dsp:nvSpPr>
      <dsp:spPr>
        <a:xfrm>
          <a:off x="4120913" y="1766930"/>
          <a:ext cx="1872069" cy="11232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400" b="1" kern="1200" dirty="0"/>
            <a:t>US_A007 — Dicionário de Dados</a:t>
          </a:r>
          <a:br>
            <a:rPr lang="pt-PT" sz="1400" kern="1200" dirty="0"/>
          </a:br>
          <a:r>
            <a:rPr lang="pt-PT" sz="1400" kern="1200" dirty="0"/>
            <a:t>Responsável: Zé</a:t>
          </a:r>
          <a:br>
            <a:rPr lang="pt-PT" sz="1400" kern="1200" dirty="0"/>
          </a:br>
          <a:r>
            <a:rPr lang="pt-PT" sz="1400" kern="1200" dirty="0"/>
            <a:t>Conclusão: </a:t>
          </a:r>
          <a:r>
            <a:rPr lang="pt-PT" sz="1400" b="1" kern="1200" dirty="0"/>
            <a:t>100%</a:t>
          </a:r>
          <a:endParaRPr lang="en-US" sz="1400" kern="1200" dirty="0"/>
        </a:p>
      </dsp:txBody>
      <dsp:txXfrm>
        <a:off x="4120913" y="1766930"/>
        <a:ext cx="1872069" cy="1123241"/>
      </dsp:txXfrm>
    </dsp:sp>
    <dsp:sp modelId="{8D6899D0-867D-44FD-9FF7-9346DED815A5}">
      <dsp:nvSpPr>
        <dsp:cNvPr id="0" name=""/>
        <dsp:cNvSpPr/>
      </dsp:nvSpPr>
      <dsp:spPr>
        <a:xfrm>
          <a:off x="6180190" y="1766930"/>
          <a:ext cx="1872069" cy="11232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400" b="1" kern="1200" dirty="0"/>
            <a:t>US_A008 — Fluxograma do UC “Executar Simulação”</a:t>
          </a:r>
          <a:br>
            <a:rPr lang="pt-PT" sz="1400" kern="1200" dirty="0"/>
          </a:br>
          <a:r>
            <a:rPr lang="pt-PT" sz="1400" kern="1200" dirty="0"/>
            <a:t>Responsável: João</a:t>
          </a:r>
          <a:br>
            <a:rPr lang="pt-PT" sz="1400" kern="1200" dirty="0"/>
          </a:br>
          <a:r>
            <a:rPr lang="pt-PT" sz="1400" kern="1200" dirty="0"/>
            <a:t>Conclusão: </a:t>
          </a:r>
          <a:r>
            <a:rPr lang="pt-PT" sz="1400" b="1" kern="1200" dirty="0"/>
            <a:t>100%</a:t>
          </a:r>
          <a:endParaRPr lang="en-US" sz="1400" kern="1200" dirty="0"/>
        </a:p>
      </dsp:txBody>
      <dsp:txXfrm>
        <a:off x="6180190" y="1766930"/>
        <a:ext cx="1872069" cy="1123241"/>
      </dsp:txXfrm>
    </dsp:sp>
    <dsp:sp modelId="{6E0E7530-D727-4489-BFF0-9576060BF7C5}">
      <dsp:nvSpPr>
        <dsp:cNvPr id="0" name=""/>
        <dsp:cNvSpPr/>
      </dsp:nvSpPr>
      <dsp:spPr>
        <a:xfrm>
          <a:off x="2061636" y="3077378"/>
          <a:ext cx="1872069" cy="11232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400" b="1" kern="1200" dirty="0"/>
            <a:t>US_A009 — Preparação da Apresentação</a:t>
          </a:r>
          <a:br>
            <a:rPr lang="pt-PT" sz="1400" kern="1200" dirty="0"/>
          </a:br>
          <a:r>
            <a:rPr lang="pt-PT" sz="1400" kern="1200" dirty="0"/>
            <a:t>Responsável: </a:t>
          </a:r>
          <a:r>
            <a:rPr lang="pt-PT" sz="1400" b="0" kern="1200" dirty="0"/>
            <a:t>Zé</a:t>
          </a:r>
          <a:br>
            <a:rPr lang="pt-PT" sz="1400" kern="1200" dirty="0"/>
          </a:br>
          <a:r>
            <a:rPr lang="pt-PT" sz="1400" kern="1200" dirty="0"/>
            <a:t>Conclusão: </a:t>
          </a:r>
          <a:r>
            <a:rPr lang="pt-PT" sz="1400" b="1" kern="1200" dirty="0"/>
            <a:t>100%</a:t>
          </a:r>
          <a:endParaRPr lang="en-US" sz="1400" kern="1200" dirty="0"/>
        </a:p>
      </dsp:txBody>
      <dsp:txXfrm>
        <a:off x="2061636" y="3077378"/>
        <a:ext cx="1872069" cy="1123241"/>
      </dsp:txXfrm>
    </dsp:sp>
    <dsp:sp modelId="{C3B6A339-CC32-48B5-A0D2-C04D3A06F257}">
      <dsp:nvSpPr>
        <dsp:cNvPr id="0" name=""/>
        <dsp:cNvSpPr/>
      </dsp:nvSpPr>
      <dsp:spPr>
        <a:xfrm>
          <a:off x="4120913" y="3077378"/>
          <a:ext cx="1872069" cy="11232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400" b="1" kern="1200" dirty="0"/>
            <a:t>US_A010 — Relatório Sprint A</a:t>
          </a:r>
          <a:br>
            <a:rPr lang="pt-PT" sz="1400" kern="1200" dirty="0"/>
          </a:br>
          <a:r>
            <a:rPr lang="pt-PT" sz="1400" kern="1200" dirty="0"/>
            <a:t>Responsável: Zé</a:t>
          </a:r>
          <a:br>
            <a:rPr lang="pt-PT" sz="1400" kern="1200" dirty="0"/>
          </a:br>
          <a:r>
            <a:rPr lang="pt-PT" sz="1400" kern="1200" dirty="0"/>
            <a:t>Conclusão: </a:t>
          </a:r>
          <a:r>
            <a:rPr lang="pt-PT" sz="1400" b="1" kern="1200" dirty="0"/>
            <a:t>100%</a:t>
          </a:r>
          <a:endParaRPr lang="en-US" sz="1400" kern="1200" dirty="0"/>
        </a:p>
      </dsp:txBody>
      <dsp:txXfrm>
        <a:off x="4120913" y="3077378"/>
        <a:ext cx="1872069" cy="112324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E09366-EE28-4F76-90FA-B84DD8541944}">
      <dsp:nvSpPr>
        <dsp:cNvPr id="0" name=""/>
        <dsp:cNvSpPr/>
      </dsp:nvSpPr>
      <dsp:spPr>
        <a:xfrm>
          <a:off x="358189" y="637"/>
          <a:ext cx="2009438" cy="74596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Os</a:t>
          </a:r>
          <a:r>
            <a:rPr lang="en-US" sz="1100" kern="1200" dirty="0"/>
            <a:t> </a:t>
          </a:r>
          <a:r>
            <a:rPr lang="en-US" sz="1100" kern="1200" dirty="0" err="1"/>
            <a:t>artefactos</a:t>
          </a:r>
          <a:r>
            <a:rPr lang="en-US" sz="1100" kern="1200" dirty="0"/>
            <a:t> de </a:t>
          </a:r>
          <a:r>
            <a:rPr lang="en-US" sz="1100" kern="1200" dirty="0" err="1"/>
            <a:t>modelação</a:t>
          </a:r>
          <a:r>
            <a:rPr lang="en-US" sz="1100" kern="1200" dirty="0"/>
            <a:t> </a:t>
          </a:r>
          <a:r>
            <a:rPr lang="en-US" sz="1100" kern="1200" dirty="0" err="1"/>
            <a:t>foram</a:t>
          </a:r>
          <a:r>
            <a:rPr lang="en-US" sz="1100" kern="1200" dirty="0"/>
            <a:t> </a:t>
          </a:r>
          <a:r>
            <a:rPr lang="en-US" sz="1100" kern="1200" dirty="0" err="1"/>
            <a:t>concluídos</a:t>
          </a:r>
          <a:r>
            <a:rPr lang="en-US" sz="1100" kern="1200" dirty="0"/>
            <a:t> com </a:t>
          </a:r>
          <a:r>
            <a:rPr lang="en-US" sz="1100" kern="1200" dirty="0" err="1"/>
            <a:t>sucesso</a:t>
          </a:r>
          <a:r>
            <a:rPr lang="en-US" sz="1100" kern="1200" dirty="0"/>
            <a:t>.</a:t>
          </a:r>
        </a:p>
      </dsp:txBody>
      <dsp:txXfrm>
        <a:off x="380038" y="22486"/>
        <a:ext cx="1965740" cy="702265"/>
      </dsp:txXfrm>
    </dsp:sp>
    <dsp:sp modelId="{2B4957F9-0417-494B-83E6-D3EFE2BB1486}">
      <dsp:nvSpPr>
        <dsp:cNvPr id="0" name=""/>
        <dsp:cNvSpPr/>
      </dsp:nvSpPr>
      <dsp:spPr>
        <a:xfrm rot="5400000">
          <a:off x="1223040" y="765249"/>
          <a:ext cx="279736" cy="33568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1262204" y="793223"/>
        <a:ext cx="201409" cy="195815"/>
      </dsp:txXfrm>
    </dsp:sp>
    <dsp:sp modelId="{98D8ECDB-E73B-4379-B402-ACF17D8F1C34}">
      <dsp:nvSpPr>
        <dsp:cNvPr id="0" name=""/>
        <dsp:cNvSpPr/>
      </dsp:nvSpPr>
      <dsp:spPr>
        <a:xfrm>
          <a:off x="358189" y="1119582"/>
          <a:ext cx="2009438" cy="74596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O </a:t>
          </a:r>
          <a:r>
            <a:rPr lang="en-US" sz="1100" kern="1200" dirty="0" err="1"/>
            <a:t>domínio</a:t>
          </a:r>
          <a:r>
            <a:rPr lang="en-US" sz="1100" kern="1200" dirty="0"/>
            <a:t> do </a:t>
          </a:r>
          <a:r>
            <a:rPr lang="en-US" sz="1100" kern="1200" dirty="0" err="1"/>
            <a:t>sistema</a:t>
          </a:r>
          <a:r>
            <a:rPr lang="en-US" sz="1100" kern="1200" dirty="0"/>
            <a:t> </a:t>
          </a:r>
          <a:r>
            <a:rPr lang="en-US" sz="1100" kern="1200" dirty="0" err="1"/>
            <a:t>ficou</a:t>
          </a:r>
          <a:r>
            <a:rPr lang="en-US" sz="1100" kern="1200" dirty="0"/>
            <a:t> </a:t>
          </a:r>
          <a:r>
            <a:rPr lang="en-US" sz="1100" kern="1200" dirty="0" err="1"/>
            <a:t>totalmente</a:t>
          </a:r>
          <a:r>
            <a:rPr lang="en-US" sz="1100" kern="1200" dirty="0"/>
            <a:t> </a:t>
          </a:r>
          <a:r>
            <a:rPr lang="en-US" sz="1100" kern="1200" dirty="0" err="1"/>
            <a:t>definido</a:t>
          </a:r>
          <a:r>
            <a:rPr lang="en-US" sz="1100" kern="1200" dirty="0"/>
            <a:t> (Modelo de </a:t>
          </a:r>
          <a:r>
            <a:rPr lang="en-US" sz="1100" kern="1200" dirty="0" err="1"/>
            <a:t>Domínio</a:t>
          </a:r>
          <a:r>
            <a:rPr lang="en-US" sz="1100" kern="1200" dirty="0"/>
            <a:t>, ERD, </a:t>
          </a:r>
          <a:r>
            <a:rPr lang="en-US" sz="1100" kern="1200" dirty="0" err="1"/>
            <a:t>Dicionário</a:t>
          </a:r>
          <a:r>
            <a:rPr lang="en-US" sz="1100" kern="1200" dirty="0"/>
            <a:t> de Dados, </a:t>
          </a:r>
          <a:r>
            <a:rPr lang="en-US" sz="1100" kern="1200" dirty="0" err="1"/>
            <a:t>fluxograma</a:t>
          </a:r>
          <a:r>
            <a:rPr lang="en-US" sz="1100" kern="1200" dirty="0"/>
            <a:t> success case).</a:t>
          </a:r>
        </a:p>
      </dsp:txBody>
      <dsp:txXfrm>
        <a:off x="380038" y="1141431"/>
        <a:ext cx="1965740" cy="702265"/>
      </dsp:txXfrm>
    </dsp:sp>
    <dsp:sp modelId="{826AF609-2878-4EFD-AF4E-C6B6773623CA}">
      <dsp:nvSpPr>
        <dsp:cNvPr id="0" name=""/>
        <dsp:cNvSpPr/>
      </dsp:nvSpPr>
      <dsp:spPr>
        <a:xfrm rot="5400000">
          <a:off x="1223040" y="1884194"/>
          <a:ext cx="279736" cy="33568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1262204" y="1912168"/>
        <a:ext cx="201409" cy="195815"/>
      </dsp:txXfrm>
    </dsp:sp>
    <dsp:sp modelId="{F2C12C38-6A75-4E48-90A8-E28E5F2852CB}">
      <dsp:nvSpPr>
        <dsp:cNvPr id="0" name=""/>
        <dsp:cNvSpPr/>
      </dsp:nvSpPr>
      <dsp:spPr>
        <a:xfrm>
          <a:off x="358189" y="2238527"/>
          <a:ext cx="2009438" cy="74596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O </a:t>
          </a:r>
          <a:r>
            <a:rPr lang="en-US" sz="1100" kern="1200" dirty="0" err="1"/>
            <a:t>repositório</a:t>
          </a:r>
          <a:r>
            <a:rPr lang="en-US" sz="1100" kern="1200" dirty="0"/>
            <a:t> GitHub </a:t>
          </a:r>
          <a:r>
            <a:rPr lang="en-US" sz="1100" kern="1200" dirty="0" err="1"/>
            <a:t>foi</a:t>
          </a:r>
          <a:r>
            <a:rPr lang="en-US" sz="1100" kern="1200" dirty="0"/>
            <a:t> </a:t>
          </a:r>
          <a:r>
            <a:rPr lang="en-US" sz="1100" kern="1200" dirty="0" err="1"/>
            <a:t>preparado</a:t>
          </a:r>
          <a:r>
            <a:rPr lang="en-US" sz="1100" kern="1200" dirty="0"/>
            <a:t> para o </a:t>
          </a:r>
          <a:r>
            <a:rPr lang="en-US" sz="1100" kern="1200" dirty="0" err="1"/>
            <a:t>desenvolvimento</a:t>
          </a:r>
          <a:r>
            <a:rPr lang="en-US" sz="1100" kern="1200" dirty="0"/>
            <a:t> </a:t>
          </a:r>
          <a:r>
            <a:rPr lang="en-US" sz="1100" kern="1200" dirty="0" err="1"/>
            <a:t>colaborativo</a:t>
          </a:r>
          <a:r>
            <a:rPr lang="en-US" sz="1100" kern="1200" dirty="0"/>
            <a:t>.</a:t>
          </a:r>
        </a:p>
      </dsp:txBody>
      <dsp:txXfrm>
        <a:off x="380038" y="2260376"/>
        <a:ext cx="1965740" cy="702265"/>
      </dsp:txXfrm>
    </dsp:sp>
    <dsp:sp modelId="{68310BA0-BD6A-4AFE-B2B3-41F088EE934E}">
      <dsp:nvSpPr>
        <dsp:cNvPr id="0" name=""/>
        <dsp:cNvSpPr/>
      </dsp:nvSpPr>
      <dsp:spPr>
        <a:xfrm rot="5400000">
          <a:off x="1223040" y="3003139"/>
          <a:ext cx="279736" cy="33568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1262204" y="3031113"/>
        <a:ext cx="201409" cy="195815"/>
      </dsp:txXfrm>
    </dsp:sp>
    <dsp:sp modelId="{2E986A56-A8D0-4EFC-B100-EABCB474683E}">
      <dsp:nvSpPr>
        <dsp:cNvPr id="0" name=""/>
        <dsp:cNvSpPr/>
      </dsp:nvSpPr>
      <dsp:spPr>
        <a:xfrm>
          <a:off x="358189" y="3357472"/>
          <a:ext cx="2009438" cy="74596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 equipa demonstrou boa capacidade de organização e divisão de tarefas.</a:t>
          </a:r>
        </a:p>
      </dsp:txBody>
      <dsp:txXfrm>
        <a:off x="380038" y="3379321"/>
        <a:ext cx="1965740" cy="702265"/>
      </dsp:txXfrm>
    </dsp:sp>
    <dsp:sp modelId="{CEA09C91-30EC-4C33-A23E-D063F93E4B84}">
      <dsp:nvSpPr>
        <dsp:cNvPr id="0" name=""/>
        <dsp:cNvSpPr/>
      </dsp:nvSpPr>
      <dsp:spPr>
        <a:xfrm rot="5400000">
          <a:off x="1223040" y="4122084"/>
          <a:ext cx="279736" cy="33568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1262204" y="4150058"/>
        <a:ext cx="201409" cy="195815"/>
      </dsp:txXfrm>
    </dsp:sp>
    <dsp:sp modelId="{2D34390B-C361-4D5A-B784-8A26C417D1A1}">
      <dsp:nvSpPr>
        <dsp:cNvPr id="0" name=""/>
        <dsp:cNvSpPr/>
      </dsp:nvSpPr>
      <dsp:spPr>
        <a:xfrm>
          <a:off x="358189" y="4476417"/>
          <a:ext cx="2009438" cy="74596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 arquitetura base do sistema está pronta para avançar para implementação.</a:t>
          </a:r>
        </a:p>
      </dsp:txBody>
      <dsp:txXfrm>
        <a:off x="380038" y="4498266"/>
        <a:ext cx="1965740" cy="70226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754F26-A5A4-4305-9D98-530B389F2321}">
      <dsp:nvSpPr>
        <dsp:cNvPr id="0" name=""/>
        <dsp:cNvSpPr/>
      </dsp:nvSpPr>
      <dsp:spPr>
        <a:xfrm>
          <a:off x="424837" y="2550"/>
          <a:ext cx="2136223" cy="94871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 dirty="0"/>
            <a:t>UI/UX – Protótipos e Experiência do Utilizador</a:t>
          </a:r>
        </a:p>
      </dsp:txBody>
      <dsp:txXfrm>
        <a:off x="452624" y="30337"/>
        <a:ext cx="2080649" cy="893138"/>
      </dsp:txXfrm>
    </dsp:sp>
    <dsp:sp modelId="{8DAD36F8-A77F-49A8-AF64-732DCDE3FD1B}">
      <dsp:nvSpPr>
        <dsp:cNvPr id="0" name=""/>
        <dsp:cNvSpPr/>
      </dsp:nvSpPr>
      <dsp:spPr>
        <a:xfrm rot="5400000">
          <a:off x="1315065" y="974980"/>
          <a:ext cx="355767" cy="42692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400" kern="1200"/>
        </a:p>
      </dsp:txBody>
      <dsp:txXfrm rot="-5400000">
        <a:off x="1364873" y="1010556"/>
        <a:ext cx="256152" cy="249037"/>
      </dsp:txXfrm>
    </dsp:sp>
    <dsp:sp modelId="{E3DDEFFF-5E60-4ECF-A6A7-E351BD94FCB5}">
      <dsp:nvSpPr>
        <dsp:cNvPr id="0" name=""/>
        <dsp:cNvSpPr/>
      </dsp:nvSpPr>
      <dsp:spPr>
        <a:xfrm>
          <a:off x="424837" y="1425618"/>
          <a:ext cx="2136223" cy="94871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 dirty="0"/>
            <a:t>Frontend – Estrutura Inicial da Aplicação (React.js)</a:t>
          </a:r>
        </a:p>
      </dsp:txBody>
      <dsp:txXfrm>
        <a:off x="452624" y="1453405"/>
        <a:ext cx="2080649" cy="893138"/>
      </dsp:txXfrm>
    </dsp:sp>
    <dsp:sp modelId="{006CBDA9-285C-4880-A134-30C4267DE788}">
      <dsp:nvSpPr>
        <dsp:cNvPr id="0" name=""/>
        <dsp:cNvSpPr/>
      </dsp:nvSpPr>
      <dsp:spPr>
        <a:xfrm rot="5400000">
          <a:off x="1315065" y="2398048"/>
          <a:ext cx="355767" cy="42692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400" kern="1200"/>
        </a:p>
      </dsp:txBody>
      <dsp:txXfrm rot="-5400000">
        <a:off x="1364873" y="2433624"/>
        <a:ext cx="256152" cy="249037"/>
      </dsp:txXfrm>
    </dsp:sp>
    <dsp:sp modelId="{72D60254-FAB6-4A15-9C54-32D39F127C1A}">
      <dsp:nvSpPr>
        <dsp:cNvPr id="0" name=""/>
        <dsp:cNvSpPr/>
      </dsp:nvSpPr>
      <dsp:spPr>
        <a:xfrm>
          <a:off x="424837" y="2848687"/>
          <a:ext cx="2136223" cy="94871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 dirty="0"/>
            <a:t>Backend – Estrutura Base da API (Flask) e Autenticação Inicial</a:t>
          </a:r>
        </a:p>
      </dsp:txBody>
      <dsp:txXfrm>
        <a:off x="452624" y="2876474"/>
        <a:ext cx="2080649" cy="893138"/>
      </dsp:txXfrm>
    </dsp:sp>
    <dsp:sp modelId="{F99A388B-19C3-497E-9E9F-7C15D888B273}">
      <dsp:nvSpPr>
        <dsp:cNvPr id="0" name=""/>
        <dsp:cNvSpPr/>
      </dsp:nvSpPr>
      <dsp:spPr>
        <a:xfrm rot="5400000">
          <a:off x="1315065" y="3821117"/>
          <a:ext cx="355767" cy="42692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400" kern="1200"/>
        </a:p>
      </dsp:txBody>
      <dsp:txXfrm rot="-5400000">
        <a:off x="1364873" y="3856693"/>
        <a:ext cx="256152" cy="249037"/>
      </dsp:txXfrm>
    </dsp:sp>
    <dsp:sp modelId="{2E986A56-A8D0-4EFC-B100-EABCB474683E}">
      <dsp:nvSpPr>
        <dsp:cNvPr id="0" name=""/>
        <dsp:cNvSpPr/>
      </dsp:nvSpPr>
      <dsp:spPr>
        <a:xfrm>
          <a:off x="424837" y="4271755"/>
          <a:ext cx="2136223" cy="94871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 dirty="0"/>
            <a:t>Gestão de Projeto – Organização e Documentação</a:t>
          </a:r>
          <a:endParaRPr lang="en-US" sz="1800" kern="1200" dirty="0"/>
        </a:p>
      </dsp:txBody>
      <dsp:txXfrm>
        <a:off x="452624" y="4299542"/>
        <a:ext cx="2080649" cy="8931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383B18F-144D-D84C-2398-B61EB541E67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3CFADB-9FE7-416E-B244-5B418BEE944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9C310D-03E8-483D-AC56-F57A8FB6AB16}" type="datetime1">
              <a:rPr lang="pt-PT" smtClean="0"/>
              <a:t>29/11/2025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E28714-9AF9-205B-9898-0508B7EA2FD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D7151B-0EF8-3B8A-3AC8-786B35833D2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FF4353-06AC-4106-B675-419DDCB8A8B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82309469"/>
      </p:ext>
    </p:extLst>
  </p:cSld>
  <p:clrMap bg1="lt1" tx1="dk1" bg2="lt2" tx2="dk2" accent1="accent1" accent2="accent2" accent3="accent3" accent4="accent4" accent5="accent5" accent6="accent6" hlink="hlink" folHlink="folHlink"/>
  <p:hf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A3B1C9-B4B3-4CCC-BC6E-74DCCE3FB3EE}" type="datetime1">
              <a:rPr lang="pt-PT" smtClean="0"/>
              <a:t>29/11/2025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0AB62B-6A6B-46DF-98A5-882E6EF10A7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58137336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7BA1F-2239-4C0F-BE48-CD89D1DD363E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6709D-3C74-4EBF-A55F-C90B1C8B1800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89535-4AA0-41D1-B2E5-9BEE0B59D714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F4B9E-9DFD-46A7-8E48-FBF6E2A0868F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F0DEC-BEAA-4B44-90BB-551F9214F82B}" type="datetime1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0EDA7-8730-4071-92B5-44EB7B363D29}" type="datetime1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DC671-4D91-4652-9012-6916315C6C17}" type="datetime1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13232-02BB-4B46-80D7-54FE3900E87B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B3CFA-2BD6-4750-8CCD-16208CD686CC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4956A-5289-4417-9EC7-4142E24DC345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21066-FD42-44FC-98E7-1BBC508E90E2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47A26E45-2A9B-4E93-974F-28DBF783017A}" type="datetime1">
              <a:rPr lang="en-US" sz="12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11/29/2025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FE01378-CC15-4D8B-8204-B1AE78DF40D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83289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6B8BC9-DE28-437B-B5AE-D1609A43BCB2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6.xml"/><Relationship Id="rId3" Type="http://schemas.openxmlformats.org/officeDocument/2006/relationships/diagramLayout" Target="../diagrams/layout5.xml"/><Relationship Id="rId7" Type="http://schemas.openxmlformats.org/officeDocument/2006/relationships/image" Target="../media/image1.png"/><Relationship Id="rId12" Type="http://schemas.microsoft.com/office/2007/relationships/diagramDrawing" Target="../diagrams/drawing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11" Type="http://schemas.openxmlformats.org/officeDocument/2006/relationships/diagramColors" Target="../diagrams/colors6.xml"/><Relationship Id="rId5" Type="http://schemas.openxmlformats.org/officeDocument/2006/relationships/diagramColors" Target="../diagrams/colors5.xml"/><Relationship Id="rId10" Type="http://schemas.openxmlformats.org/officeDocument/2006/relationships/diagramQuickStyle" Target="../diagrams/quickStyle6.xml"/><Relationship Id="rId4" Type="http://schemas.openxmlformats.org/officeDocument/2006/relationships/diagramQuickStyle" Target="../diagrams/quickStyle5.xml"/><Relationship Id="rId9" Type="http://schemas.openxmlformats.org/officeDocument/2006/relationships/diagramLayout" Target="../diagrams/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9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70000">
              <a:schemeClr val="accent1">
                <a:lumMod val="45000"/>
                <a:lumOff val="55000"/>
              </a:schemeClr>
            </a:gs>
            <a:gs pos="76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82220" y="3054503"/>
            <a:ext cx="7934548" cy="1493586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/>
          <a:p>
            <a:r>
              <a:rPr lang="en-US" sz="29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Sprint A</a:t>
            </a:r>
            <a:br>
              <a:rPr lang="en-US" sz="29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pt-PT" sz="2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Modelação, Planeamento e</a:t>
            </a:r>
            <a:br>
              <a:rPr lang="pt-PT" sz="2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pt-PT" sz="2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Estruturação Inicial do Sistema</a:t>
            </a:r>
            <a:endParaRPr lang="en-US" sz="2900" b="1" u="none" strike="noStrike" kern="1200" dirty="0">
              <a:solidFill>
                <a:schemeClr val="tx2"/>
              </a:solidFill>
              <a:effectLst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58" name="Picture 57"/>
          <p:cNvPicPr/>
          <p:nvPr/>
        </p:nvPicPr>
        <p:blipFill>
          <a:blip r:embed="rId2"/>
          <a:stretch/>
        </p:blipFill>
        <p:spPr>
          <a:xfrm>
            <a:off x="2713990" y="730295"/>
            <a:ext cx="3716020" cy="939213"/>
          </a:xfrm>
          <a:prstGeom prst="rect">
            <a:avLst/>
          </a:prstGeom>
          <a:noFill/>
        </p:spPr>
      </p:pic>
      <p:sp>
        <p:nvSpPr>
          <p:cNvPr id="59" name="TextBox 58"/>
          <p:cNvSpPr txBox="1"/>
          <p:nvPr/>
        </p:nvSpPr>
        <p:spPr>
          <a:xfrm>
            <a:off x="61463" y="5841951"/>
            <a:ext cx="2414491" cy="5996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marR="0" lvl="0" indent="-228600" defTabSz="9144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José Ferreira  2024128</a:t>
            </a:r>
          </a:p>
          <a:p>
            <a:pPr marL="0" marR="0" lvl="0" indent="-228600" defTabSz="9144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João Ventura 2024064</a:t>
            </a:r>
            <a:endParaRPr kumimoji="0" lang="en-US" sz="1600" b="0" i="0" u="none" strike="noStrike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A77704-8CCE-562B-8AB3-3037FC5ABD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2FE01378-CC15-4D8B-8204-B1AE78DF40D7}" type="slidenum">
              <a:rPr lang="en-US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5CD3BF-BCF6-BF72-25C8-BA19ABF90339}"/>
              </a:ext>
            </a:extLst>
          </p:cNvPr>
          <p:cNvSpPr txBox="1"/>
          <p:nvPr/>
        </p:nvSpPr>
        <p:spPr>
          <a:xfrm>
            <a:off x="1679229" y="1881226"/>
            <a:ext cx="59405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pt-PT" sz="2400" b="1" dirty="0">
              <a:solidFill>
                <a:srgbClr val="002060"/>
              </a:solidFill>
            </a:endParaRPr>
          </a:p>
          <a:p>
            <a:pPr algn="ctr"/>
            <a:r>
              <a:rPr lang="pt-PT" sz="2400" b="1" dirty="0">
                <a:solidFill>
                  <a:srgbClr val="002060"/>
                </a:solidFill>
              </a:rPr>
              <a:t>Simulador Epidémico Interativo de Observação Sistémica</a:t>
            </a:r>
          </a:p>
          <a:p>
            <a:pPr algn="ctr"/>
            <a:br>
              <a:rPr lang="pt-PT" dirty="0"/>
            </a:br>
            <a:endParaRPr lang="pt-PT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6979" y="312986"/>
            <a:ext cx="8229600" cy="1143000"/>
          </a:xfrm>
        </p:spPr>
        <p:txBody>
          <a:bodyPr/>
          <a:lstStyle/>
          <a:p>
            <a:r>
              <a:rPr lang="pt-PT" dirty="0">
                <a:solidFill>
                  <a:schemeClr val="tx2"/>
                </a:solidFill>
              </a:rPr>
              <a:t>Objetivos Sprint A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CA180C86-15B5-981D-33B8-6E2639FA91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9611115"/>
              </p:ext>
            </p:extLst>
          </p:nvPr>
        </p:nvGraphicFramePr>
        <p:xfrm>
          <a:off x="457200" y="1569517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B8582-3389-2628-AE7D-7F483BC69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DADA1A-1A49-0DF5-43B7-41352C895B6E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6996081" y="6400130"/>
            <a:ext cx="1884031" cy="46677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r>
              <a:rPr lang="pt-PT" sz="3500" dirty="0">
                <a:solidFill>
                  <a:srgbClr val="FFFFFF"/>
                </a:solidFill>
              </a:rPr>
              <a:t>US_A001 Requisitos (FURPS+)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pt-PT" sz="1700" dirty="0" err="1">
                <a:solidFill>
                  <a:schemeClr val="tx2"/>
                </a:solidFill>
              </a:rPr>
              <a:t>Functionality</a:t>
            </a:r>
            <a:endParaRPr lang="pt-PT" sz="1700" dirty="0">
              <a:solidFill>
                <a:schemeClr val="tx2"/>
              </a:solidFill>
            </a:endParaRPr>
          </a:p>
          <a:p>
            <a:r>
              <a:rPr lang="pt-PT" sz="1700" dirty="0" err="1">
                <a:solidFill>
                  <a:schemeClr val="tx2"/>
                </a:solidFill>
              </a:rPr>
              <a:t>Usability</a:t>
            </a:r>
            <a:endParaRPr lang="pt-PT" sz="1700" dirty="0">
              <a:solidFill>
                <a:schemeClr val="tx2"/>
              </a:solidFill>
            </a:endParaRPr>
          </a:p>
          <a:p>
            <a:r>
              <a:rPr lang="pt-PT" sz="1700" dirty="0" err="1">
                <a:solidFill>
                  <a:schemeClr val="tx2"/>
                </a:solidFill>
              </a:rPr>
              <a:t>Reliability</a:t>
            </a:r>
            <a:endParaRPr lang="pt-PT" sz="1700" dirty="0">
              <a:solidFill>
                <a:schemeClr val="tx2"/>
              </a:solidFill>
            </a:endParaRPr>
          </a:p>
          <a:p>
            <a:r>
              <a:rPr lang="pt-PT" sz="1700" dirty="0">
                <a:solidFill>
                  <a:schemeClr val="tx2"/>
                </a:solidFill>
              </a:rPr>
              <a:t>Performance</a:t>
            </a:r>
          </a:p>
          <a:p>
            <a:r>
              <a:rPr lang="pt-PT" sz="1700" dirty="0" err="1">
                <a:solidFill>
                  <a:schemeClr val="tx2"/>
                </a:solidFill>
              </a:rPr>
              <a:t>Supportability</a:t>
            </a:r>
            <a:endParaRPr lang="pt-PT" sz="17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pt-PT" sz="1700" dirty="0">
              <a:solidFill>
                <a:schemeClr val="tx2"/>
              </a:solidFill>
            </a:endParaRPr>
          </a:p>
          <a:p>
            <a:r>
              <a:rPr lang="pt-PT" sz="1700" dirty="0">
                <a:solidFill>
                  <a:schemeClr val="tx2"/>
                </a:solidFill>
              </a:rPr>
              <a:t>+ Segurança, Histórico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708246-9ED7-2969-2C62-4A808D3F9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78240" y="6455664"/>
            <a:ext cx="336042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 sz="1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1444E8-7E5E-87A4-7DD9-760C4D720123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6996081" y="6400130"/>
            <a:ext cx="1884031" cy="46677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US_A002 </a:t>
            </a:r>
            <a:r>
              <a:rPr lang="en-US" sz="3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Diagrama</a:t>
            </a: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Use Cases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42B482E-2076-BADC-DC6B-BA70F3CD3A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05976" y="467208"/>
            <a:ext cx="4961000" cy="592358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1B97F2-4F63-AF86-8BB1-0AEA7B68F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78239" y="6455664"/>
            <a:ext cx="33604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pPr defTabSz="914400">
                <a:spcAft>
                  <a:spcPts val="600"/>
                </a:spcAft>
              </a:pPr>
              <a:t>4</a:t>
            </a:fld>
            <a:endParaRPr lang="en-US" sz="1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95D0214-BB1B-FDFF-2FA8-00F7E62A42B1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996081" y="6400130"/>
            <a:ext cx="1884031" cy="46677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PT" sz="3500">
                <a:solidFill>
                  <a:srgbClr val="FFFFFF"/>
                </a:solidFill>
              </a:rPr>
              <a:t>US_A005 – Cenário de Sucesso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97D27-9973-EA27-FA3D-2749D2EC7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78240" y="6455664"/>
            <a:ext cx="336042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 sz="1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19BDD062-E420-9513-5551-941B701490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715672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DA0E882-8CC2-B090-9D16-F25CB5D8BB50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6996081" y="6400130"/>
            <a:ext cx="1884031" cy="46677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082251-1C06-118D-F3E9-C88E735BA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CB29C07-B5E5-F5CC-523B-88F2E7304F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D4380C6-82CC-9E78-ABCE-41D24FFC0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6B68497-4C39-EAEB-A6E0-104C2C5917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389291B-8D91-F3FB-DACA-4749F2D49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DA12DAC-C4DB-3D94-E02E-AD6743E58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30569F-B1F3-3422-2C79-4BD6C5C92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pt-PT" sz="3500" dirty="0">
                <a:solidFill>
                  <a:srgbClr val="FFFFFF"/>
                </a:solidFill>
              </a:rPr>
              <a:t>US_A008 </a:t>
            </a:r>
            <a:r>
              <a:rPr lang="pt-PT" sz="3200" dirty="0">
                <a:solidFill>
                  <a:srgbClr val="FFFFFF"/>
                </a:solidFill>
              </a:rPr>
              <a:t>Fluxograma</a:t>
            </a:r>
            <a:endParaRPr lang="en-US" sz="35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0C1007-AE9C-E3A9-D925-CBF618DE5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78240" y="6455664"/>
            <a:ext cx="33604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pPr defTabSz="914400">
                <a:spcAft>
                  <a:spcPts val="600"/>
                </a:spcAft>
              </a:pPr>
              <a:t>6</a:t>
            </a:fld>
            <a:endParaRPr lang="en-US" sz="1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BE7AA3-9F2E-1FC2-22FD-F3F02CBFD653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6996081" y="6400130"/>
            <a:ext cx="1884031" cy="466779"/>
          </a:xfrm>
          <a:prstGeom prst="rect">
            <a:avLst/>
          </a:prstGeom>
          <a:noFill/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20ADEBDB-F32B-B9EB-D696-6FE75BDCA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8951" y="8482"/>
            <a:ext cx="603925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3130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PT" sz="3500">
                <a:solidFill>
                  <a:srgbClr val="FFFFFF"/>
                </a:solidFill>
              </a:rPr>
              <a:t>US_A006 – GitHub Repo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E15F81-A8FF-8C7E-5A52-3D9C729D6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78240" y="6455664"/>
            <a:ext cx="336042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 sz="1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673FB32A-B786-D390-2B69-80A5AAC52D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202456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4B040555-3E28-FD49-3E78-C4507C9AF813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6996081" y="6400130"/>
            <a:ext cx="1884031" cy="46677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US_A003 Modelo </a:t>
            </a:r>
            <a:r>
              <a:rPr lang="en-US" sz="3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Relacional</a:t>
            </a:r>
            <a:endParaRPr lang="en-US" sz="35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21C91D-FEA7-3A24-E824-242580610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821" y="656974"/>
            <a:ext cx="5419311" cy="554405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DB897-DACE-6FA4-F8F7-A20D5659D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78240" y="6455664"/>
            <a:ext cx="33604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pPr defTabSz="914400">
                <a:spcAft>
                  <a:spcPts val="600"/>
                </a:spcAft>
              </a:pPr>
              <a:t>8</a:t>
            </a:fld>
            <a:endParaRPr lang="en-US" sz="1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5A68C68-4100-04CE-653C-04A6F389AF5A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996081" y="6400130"/>
            <a:ext cx="1884031" cy="46677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177F01-4A11-9647-13B8-C4EF0A0D5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CB3C8196-59B8-E92D-280E-CEFA0158A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DA4024B-1636-1C0D-7B88-7D1220D89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7A50A32-9680-B86E-475D-330B7A8A22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CDCC023-4AD3-3DC8-8DE2-880EEB3695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6EFCB0B8-A7C9-FC68-696E-A02F71A7B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440D77-E363-65AE-A0AA-4E2539FF1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500" dirty="0">
                <a:solidFill>
                  <a:srgbClr val="FFFFFF"/>
                </a:solidFill>
              </a:rPr>
              <a:t>US_A004 Modelo de </a:t>
            </a:r>
            <a:r>
              <a:rPr lang="en-US" sz="3500" dirty="0" err="1">
                <a:solidFill>
                  <a:srgbClr val="FFFFFF"/>
                </a:solidFill>
              </a:rPr>
              <a:t>Domínio</a:t>
            </a:r>
            <a:endParaRPr lang="en-US" sz="35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4B5AA7-1389-6679-8E8A-0700DC97B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78240" y="6455664"/>
            <a:ext cx="33604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pPr defTabSz="914400">
                <a:spcAft>
                  <a:spcPts val="600"/>
                </a:spcAft>
              </a:pPr>
              <a:t>9</a:t>
            </a:fld>
            <a:endParaRPr lang="en-US" sz="1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FD2651D-AC16-7BA5-B225-BB4078526947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6996081" y="6400130"/>
            <a:ext cx="1884031" cy="466779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7C18DD6-B2FA-8B03-FA56-5198DF40CF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114"/>
          <a:stretch>
            <a:fillRect/>
          </a:stretch>
        </p:blipFill>
        <p:spPr>
          <a:xfrm>
            <a:off x="3030556" y="1"/>
            <a:ext cx="6114355" cy="6385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767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8484204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US_A007 – </a:t>
            </a:r>
            <a:r>
              <a:rPr lang="en-US" sz="3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Dicionário</a:t>
            </a: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Dados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5BFE4A-8735-806B-77E7-9B04F7333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68" y="2482621"/>
            <a:ext cx="8495662" cy="341950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D6F218-FA95-5D58-7346-631DA3CB7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78239" y="6455664"/>
            <a:ext cx="33604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pPr defTabSz="914400">
                <a:spcAft>
                  <a:spcPts val="600"/>
                </a:spcAft>
              </a:pPr>
              <a:t>10</a:t>
            </a:fld>
            <a:endParaRPr lang="en-US" sz="1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A702AD-FC9E-06A7-85F3-B76A18FB0033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996081" y="6400130"/>
            <a:ext cx="1884031" cy="46677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A7702D-E3CA-0D9E-4FC7-51FAF6C2D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7E11BA9-C324-ABD1-5599-C4BED97EF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9CF44CB-CCF4-5EA5-DE4B-B623E74F7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F6CB245-F425-5E9D-04C4-F9BEC3C58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3A38435-BB4C-529B-CECD-EFED6F451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45092E5E-436A-22F6-F35E-D05DD37D9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4CA70C-8C74-DC12-4401-7A47CFB88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500" dirty="0">
                <a:solidFill>
                  <a:srgbClr val="FFFFFF"/>
                </a:solidFill>
              </a:rPr>
              <a:t>US_A004 Modelo de </a:t>
            </a:r>
            <a:r>
              <a:rPr lang="en-US" sz="3500" dirty="0" err="1">
                <a:solidFill>
                  <a:srgbClr val="FFFFFF"/>
                </a:solidFill>
              </a:rPr>
              <a:t>Domínio</a:t>
            </a:r>
            <a:endParaRPr lang="en-US" sz="35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3FA33A-6B92-F850-C77D-E54FC0303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78240" y="6455664"/>
            <a:ext cx="33604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pPr defTabSz="914400">
                <a:spcAft>
                  <a:spcPts val="600"/>
                </a:spcAft>
              </a:pPr>
              <a:t>11</a:t>
            </a:fld>
            <a:endParaRPr lang="en-US" sz="1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090D627-8343-B52A-E511-7E7F4AC547F1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6996081" y="6400130"/>
            <a:ext cx="1884031" cy="466779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F6F2C46-A030-2F8A-FD68-ABF9093438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114"/>
          <a:stretch>
            <a:fillRect/>
          </a:stretch>
        </p:blipFill>
        <p:spPr>
          <a:xfrm>
            <a:off x="3030556" y="1"/>
            <a:ext cx="6114355" cy="6385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167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8CD945-EC22-2DB5-3175-23529AFE0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3247F71-9953-DD8E-A0E5-C3C582695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6F8759-3821-96DE-D9EC-3B11829A8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6F35F0-6065-1B37-87DD-E349BF1CA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34E42A-0E01-C493-3E5E-727FEB8AD2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88BDE7-AC4F-1995-BACD-89715451E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8484204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pt-PT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Mapa de Gestão de Tarefas</a:t>
            </a:r>
            <a:br>
              <a:rPr lang="pt-PT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pt-PT" sz="3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User</a:t>
            </a:r>
            <a:r>
              <a:rPr lang="pt-PT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pt-PT" sz="3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Stories</a:t>
            </a:r>
            <a:r>
              <a:rPr lang="pt-PT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da Sprint A</a:t>
            </a:r>
            <a:endParaRPr lang="en-US" sz="35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B42A8-065F-BCB6-DE47-4B8ED2FB0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78239" y="6455664"/>
            <a:ext cx="33604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pPr defTabSz="914400">
                <a:spcAft>
                  <a:spcPts val="600"/>
                </a:spcAft>
              </a:pPr>
              <a:t>12</a:t>
            </a:fld>
            <a:endParaRPr lang="en-US" sz="1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A22481-E5CD-41A9-AF2E-5F647DAE8DC4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6996081" y="6400130"/>
            <a:ext cx="1884031" cy="466779"/>
          </a:xfrm>
          <a:prstGeom prst="rect">
            <a:avLst/>
          </a:prstGeom>
          <a:noFill/>
        </p:spPr>
      </p:pic>
      <p:graphicFrame>
        <p:nvGraphicFramePr>
          <p:cNvPr id="23" name="TextBox 4">
            <a:extLst>
              <a:ext uri="{FF2B5EF4-FFF2-40B4-BE49-F238E27FC236}">
                <a16:creationId xmlns:a16="http://schemas.microsoft.com/office/drawing/2014/main" id="{AD264918-7F6D-9997-4E83-FFE28213DF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4321700"/>
              </p:ext>
            </p:extLst>
          </p:nvPr>
        </p:nvGraphicFramePr>
        <p:xfrm>
          <a:off x="524784" y="1574310"/>
          <a:ext cx="8054620" cy="46571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97710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03AB81-216A-7531-6FB8-EAF2AFE2A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AC976AC3-9336-3541-660E-E9CB9DE39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B95C4B1-5F6A-E35D-1E6A-792149634F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B3DDB26-3DC7-97EA-7760-5472B4A6C7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25EE373-A010-946B-6E1E-2A163046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55BD9FF3-08E8-29D1-B9A6-2B520B31CB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C9AA9072-FB43-B9C2-88B2-5EFD93823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4E6F6A-699C-B194-474A-62A5DD0C7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3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Conclusões</a:t>
            </a: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da Sprint A e </a:t>
            </a:r>
            <a:r>
              <a:rPr lang="en-US" sz="3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Próximos</a:t>
            </a: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Passos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031366-7969-3115-743D-A3460AE20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78240" y="6455664"/>
            <a:ext cx="33604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pPr defTabSz="914400">
                <a:spcAft>
                  <a:spcPts val="600"/>
                </a:spcAft>
              </a:pPr>
              <a:t>13</a:t>
            </a:fld>
            <a:endParaRPr lang="en-US" sz="1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71" name="TextBox 6">
            <a:extLst>
              <a:ext uri="{FF2B5EF4-FFF2-40B4-BE49-F238E27FC236}">
                <a16:creationId xmlns:a16="http://schemas.microsoft.com/office/drawing/2014/main" id="{B8F65DBE-0E8D-B888-26E7-70EECF4B31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4548751"/>
              </p:ext>
            </p:extLst>
          </p:nvPr>
        </p:nvGraphicFramePr>
        <p:xfrm>
          <a:off x="3458909" y="1061686"/>
          <a:ext cx="2725818" cy="52230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26C90A79-7469-0496-5E92-AF376F4FE3BD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6996081" y="6400130"/>
            <a:ext cx="1884031" cy="466779"/>
          </a:xfrm>
          <a:prstGeom prst="rect">
            <a:avLst/>
          </a:prstGeom>
          <a:noFill/>
        </p:spPr>
      </p:pic>
      <p:graphicFrame>
        <p:nvGraphicFramePr>
          <p:cNvPr id="6" name="TextBox 6">
            <a:extLst>
              <a:ext uri="{FF2B5EF4-FFF2-40B4-BE49-F238E27FC236}">
                <a16:creationId xmlns:a16="http://schemas.microsoft.com/office/drawing/2014/main" id="{CE241888-3705-D106-C370-FAB9C234A6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8969816"/>
              </p:ext>
            </p:extLst>
          </p:nvPr>
        </p:nvGraphicFramePr>
        <p:xfrm>
          <a:off x="6172136" y="1051548"/>
          <a:ext cx="2985898" cy="52230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28A6AF8-2D98-E92E-E5DB-CB59224D4671}"/>
              </a:ext>
            </a:extLst>
          </p:cNvPr>
          <p:cNvSpPr txBox="1"/>
          <p:nvPr/>
        </p:nvSpPr>
        <p:spPr>
          <a:xfrm>
            <a:off x="4052430" y="435679"/>
            <a:ext cx="15387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Sprint</a:t>
            </a:r>
            <a:r>
              <a:rPr lang="en-US" sz="3200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</a:t>
            </a:r>
            <a:endParaRPr lang="pt-PT" sz="3200" b="1" dirty="0">
              <a:solidFill>
                <a:schemeClr val="tx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202242-B2AA-A825-89FC-F236DE77C955}"/>
              </a:ext>
            </a:extLst>
          </p:cNvPr>
          <p:cNvSpPr txBox="1"/>
          <p:nvPr/>
        </p:nvSpPr>
        <p:spPr>
          <a:xfrm>
            <a:off x="6811409" y="435678"/>
            <a:ext cx="17073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Sprint B</a:t>
            </a:r>
            <a:endParaRPr lang="pt-PT" sz="32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95020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E8BD78-1798-06E2-38F8-012BA59A1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464BC5-F628-5473-9281-FE7BD90F7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3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Autoavaliação da Equipa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7E4257-8C2D-F2FE-8CEB-333716B79910}"/>
              </a:ext>
            </a:extLst>
          </p:cNvPr>
          <p:cNvSpPr txBox="1"/>
          <p:nvPr/>
        </p:nvSpPr>
        <p:spPr>
          <a:xfrm>
            <a:off x="3607694" y="649480"/>
            <a:ext cx="4916510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400" b="1" dirty="0" err="1">
                <a:solidFill>
                  <a:schemeClr val="tx2"/>
                </a:solidFill>
              </a:rPr>
              <a:t>Desempenho</a:t>
            </a:r>
            <a:r>
              <a:rPr lang="en-US" sz="1400" b="1" dirty="0">
                <a:solidFill>
                  <a:schemeClr val="tx2"/>
                </a:solidFill>
              </a:rPr>
              <a:t> da </a:t>
            </a:r>
            <a:r>
              <a:rPr lang="en-US" sz="1400" b="1" dirty="0" err="1">
                <a:solidFill>
                  <a:schemeClr val="tx2"/>
                </a:solidFill>
              </a:rPr>
              <a:t>Equipa</a:t>
            </a:r>
            <a:endParaRPr lang="en-US" sz="1400" dirty="0">
              <a:solidFill>
                <a:schemeClr val="tx2"/>
              </a:solidFill>
            </a:endParaRP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Boa </a:t>
            </a:r>
            <a:r>
              <a:rPr lang="en-US" sz="1400" dirty="0" err="1"/>
              <a:t>comunicação</a:t>
            </a:r>
            <a:r>
              <a:rPr lang="en-US" sz="1400" dirty="0"/>
              <a:t> e </a:t>
            </a:r>
            <a:r>
              <a:rPr lang="en-US" sz="1400" dirty="0" err="1"/>
              <a:t>divisão</a:t>
            </a:r>
            <a:r>
              <a:rPr lang="en-US" sz="1400" dirty="0"/>
              <a:t> </a:t>
            </a:r>
            <a:r>
              <a:rPr lang="en-US" sz="1400" dirty="0" err="1"/>
              <a:t>clara</a:t>
            </a:r>
            <a:r>
              <a:rPr lang="en-US" sz="1400" dirty="0"/>
              <a:t> das </a:t>
            </a:r>
            <a:r>
              <a:rPr lang="en-US" sz="1400" dirty="0" err="1"/>
              <a:t>responsabilidades</a:t>
            </a:r>
            <a:r>
              <a:rPr lang="en-US" sz="1400" dirty="0"/>
              <a:t>.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Cumprimento</a:t>
            </a:r>
            <a:r>
              <a:rPr lang="en-US" sz="1400" dirty="0"/>
              <a:t> dos </a:t>
            </a:r>
            <a:r>
              <a:rPr lang="en-US" sz="1400" dirty="0" err="1"/>
              <a:t>prazos</a:t>
            </a:r>
            <a:r>
              <a:rPr lang="en-US" sz="1400" dirty="0"/>
              <a:t> </a:t>
            </a:r>
            <a:r>
              <a:rPr lang="en-US" sz="1400" dirty="0" err="1"/>
              <a:t>estabelecidos</a:t>
            </a:r>
            <a:r>
              <a:rPr lang="en-US" sz="1400" dirty="0"/>
              <a:t> para </a:t>
            </a:r>
            <a:r>
              <a:rPr lang="en-US" sz="1400" dirty="0" err="1"/>
              <a:t>todos</a:t>
            </a:r>
            <a:r>
              <a:rPr lang="en-US" sz="1400" dirty="0"/>
              <a:t> </a:t>
            </a:r>
            <a:r>
              <a:rPr lang="en-US" sz="1400" dirty="0" err="1"/>
              <a:t>os</a:t>
            </a:r>
            <a:r>
              <a:rPr lang="en-US" sz="1400" dirty="0"/>
              <a:t> </a:t>
            </a:r>
            <a:r>
              <a:rPr lang="en-US" sz="1400" dirty="0" err="1"/>
              <a:t>entregáveis</a:t>
            </a:r>
            <a:r>
              <a:rPr lang="en-US" sz="1400" dirty="0"/>
              <a:t>.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Capacidade</a:t>
            </a:r>
            <a:r>
              <a:rPr lang="en-US" sz="1400" dirty="0"/>
              <a:t> de </a:t>
            </a:r>
            <a:r>
              <a:rPr lang="en-US" sz="1400" dirty="0" err="1"/>
              <a:t>colaboração</a:t>
            </a:r>
            <a:r>
              <a:rPr lang="en-US" sz="1400" dirty="0"/>
              <a:t> </a:t>
            </a:r>
            <a:r>
              <a:rPr lang="en-US" sz="1400" dirty="0" err="1"/>
              <a:t>na</a:t>
            </a:r>
            <a:r>
              <a:rPr lang="en-US" sz="1400" dirty="0"/>
              <a:t> </a:t>
            </a:r>
            <a:r>
              <a:rPr lang="en-US" sz="1400" dirty="0" err="1"/>
              <a:t>revisão</a:t>
            </a:r>
            <a:r>
              <a:rPr lang="en-US" sz="1400" dirty="0"/>
              <a:t> de </a:t>
            </a:r>
            <a:r>
              <a:rPr lang="en-US" sz="1400" dirty="0" err="1"/>
              <a:t>requisitos</a:t>
            </a:r>
            <a:r>
              <a:rPr lang="en-US" sz="1400" dirty="0"/>
              <a:t> e </a:t>
            </a:r>
            <a:r>
              <a:rPr lang="en-US" sz="1400" dirty="0" err="1"/>
              <a:t>diagramas</a:t>
            </a:r>
            <a:r>
              <a:rPr lang="en-US" sz="1400" dirty="0"/>
              <a:t>.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Adaptação</a:t>
            </a:r>
            <a:r>
              <a:rPr lang="en-US" sz="1400" dirty="0"/>
              <a:t> </a:t>
            </a:r>
            <a:r>
              <a:rPr lang="en-US" sz="1400" dirty="0" err="1"/>
              <a:t>rápida</a:t>
            </a:r>
            <a:r>
              <a:rPr lang="en-US" sz="1400" dirty="0"/>
              <a:t> </a:t>
            </a:r>
            <a:r>
              <a:rPr lang="en-US" sz="1400" dirty="0" err="1"/>
              <a:t>às</a:t>
            </a:r>
            <a:r>
              <a:rPr lang="en-US" sz="1400" dirty="0"/>
              <a:t> ferramentas (draw.io, GitHub, etc.).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400" b="1" dirty="0">
                <a:solidFill>
                  <a:schemeClr val="tx2"/>
                </a:solidFill>
              </a:rPr>
              <a:t>Pontos Fortes</a:t>
            </a:r>
            <a:endParaRPr lang="en-US" sz="1400" dirty="0">
              <a:solidFill>
                <a:schemeClr val="tx2"/>
              </a:solidFill>
            </a:endParaRP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Organização</a:t>
            </a:r>
            <a:r>
              <a:rPr lang="en-US" sz="1400" dirty="0"/>
              <a:t> </a:t>
            </a:r>
            <a:r>
              <a:rPr lang="en-US" sz="1400" dirty="0" err="1"/>
              <a:t>eficiente</a:t>
            </a:r>
            <a:r>
              <a:rPr lang="en-US" sz="1400" dirty="0"/>
              <a:t> das User Stories.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Documentação</a:t>
            </a:r>
            <a:r>
              <a:rPr lang="en-US" sz="1400" dirty="0"/>
              <a:t> </a:t>
            </a:r>
            <a:r>
              <a:rPr lang="en-US" sz="1400" dirty="0" err="1"/>
              <a:t>consistente</a:t>
            </a:r>
            <a:r>
              <a:rPr lang="en-US" sz="1400" dirty="0"/>
              <a:t> e </a:t>
            </a:r>
            <a:r>
              <a:rPr lang="en-US" sz="1400" dirty="0" err="1"/>
              <a:t>alinhada</a:t>
            </a:r>
            <a:r>
              <a:rPr lang="en-US" sz="1400" dirty="0"/>
              <a:t>.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Produção</a:t>
            </a:r>
            <a:r>
              <a:rPr lang="en-US" sz="1400" dirty="0"/>
              <a:t> de </a:t>
            </a:r>
            <a:r>
              <a:rPr lang="en-US" sz="1400" dirty="0" err="1"/>
              <a:t>modelos</a:t>
            </a:r>
            <a:r>
              <a:rPr lang="en-US" sz="1400" dirty="0"/>
              <a:t> </a:t>
            </a:r>
            <a:r>
              <a:rPr lang="en-US" sz="1400" dirty="0" err="1"/>
              <a:t>coesos</a:t>
            </a:r>
            <a:r>
              <a:rPr lang="en-US" sz="1400" dirty="0"/>
              <a:t> com boa </a:t>
            </a:r>
            <a:r>
              <a:rPr lang="en-US" sz="1400" dirty="0" err="1"/>
              <a:t>qualidade</a:t>
            </a:r>
            <a:r>
              <a:rPr lang="en-US" sz="1400" dirty="0"/>
              <a:t> </a:t>
            </a:r>
            <a:r>
              <a:rPr lang="en-US" sz="1400" dirty="0" err="1"/>
              <a:t>técnica</a:t>
            </a:r>
            <a:r>
              <a:rPr lang="en-US" sz="1400" dirty="0"/>
              <a:t>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400" b="1" dirty="0">
                <a:solidFill>
                  <a:schemeClr val="tx2"/>
                </a:solidFill>
              </a:rPr>
              <a:t>Pontos a </a:t>
            </a:r>
            <a:r>
              <a:rPr lang="en-US" sz="1400" b="1" dirty="0" err="1">
                <a:solidFill>
                  <a:schemeClr val="tx2"/>
                </a:solidFill>
              </a:rPr>
              <a:t>Melhorar</a:t>
            </a:r>
            <a:endParaRPr lang="en-US" sz="1400" dirty="0">
              <a:solidFill>
                <a:schemeClr val="tx2"/>
              </a:solidFill>
            </a:endParaRP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Melhorar</a:t>
            </a:r>
            <a:r>
              <a:rPr lang="en-US" sz="1400" dirty="0"/>
              <a:t> a </a:t>
            </a:r>
            <a:r>
              <a:rPr lang="en-US" sz="1400" dirty="0" err="1"/>
              <a:t>sincronização</a:t>
            </a:r>
            <a:r>
              <a:rPr lang="en-US" sz="1400" dirty="0"/>
              <a:t> entre </a:t>
            </a:r>
            <a:r>
              <a:rPr lang="en-US" sz="1400" dirty="0" err="1"/>
              <a:t>elementos</a:t>
            </a:r>
            <a:r>
              <a:rPr lang="en-US" sz="1400" dirty="0"/>
              <a:t> </a:t>
            </a:r>
            <a:r>
              <a:rPr lang="en-US" sz="1400" dirty="0" err="1"/>
              <a:t>durante</a:t>
            </a:r>
            <a:r>
              <a:rPr lang="en-US" sz="1400" dirty="0"/>
              <a:t> </a:t>
            </a:r>
            <a:r>
              <a:rPr lang="en-US" sz="1400" dirty="0" err="1"/>
              <a:t>fases</a:t>
            </a:r>
            <a:r>
              <a:rPr lang="en-US" sz="1400" dirty="0"/>
              <a:t> de </a:t>
            </a:r>
            <a:r>
              <a:rPr lang="en-US" sz="1400" dirty="0" err="1"/>
              <a:t>revisão</a:t>
            </a:r>
            <a:r>
              <a:rPr lang="en-US" sz="1400" dirty="0"/>
              <a:t>.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Fazer </a:t>
            </a:r>
            <a:r>
              <a:rPr lang="en-US" sz="1400" dirty="0" err="1"/>
              <a:t>mais</a:t>
            </a:r>
            <a:r>
              <a:rPr lang="en-US" sz="1400" dirty="0"/>
              <a:t> </a:t>
            </a:r>
            <a:r>
              <a:rPr lang="en-US" sz="1400" dirty="0" err="1"/>
              <a:t>reuniões</a:t>
            </a:r>
            <a:r>
              <a:rPr lang="en-US" sz="1400" dirty="0"/>
              <a:t>, </a:t>
            </a:r>
            <a:r>
              <a:rPr lang="en-US" sz="1400" dirty="0" err="1"/>
              <a:t>ainda</a:t>
            </a:r>
            <a:r>
              <a:rPr lang="en-US" sz="1400" dirty="0"/>
              <a:t> </a:t>
            </a:r>
            <a:r>
              <a:rPr lang="en-US" sz="1400" dirty="0" err="1"/>
              <a:t>que</a:t>
            </a:r>
            <a:r>
              <a:rPr lang="en-US" sz="1400" dirty="0"/>
              <a:t> </a:t>
            </a:r>
            <a:r>
              <a:rPr lang="en-US" sz="1400" dirty="0" err="1"/>
              <a:t>curtas</a:t>
            </a:r>
            <a:r>
              <a:rPr lang="en-US" sz="1400" dirty="0"/>
              <a:t> e </a:t>
            </a:r>
            <a:r>
              <a:rPr lang="en-US" sz="1400" dirty="0" err="1"/>
              <a:t>objetivas</a:t>
            </a:r>
            <a:r>
              <a:rPr lang="en-US" sz="1400" dirty="0"/>
              <a:t>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400" b="1" dirty="0" err="1">
                <a:solidFill>
                  <a:schemeClr val="tx2"/>
                </a:solidFill>
              </a:rPr>
              <a:t>Avaliação</a:t>
            </a:r>
            <a:r>
              <a:rPr lang="en-US" sz="1400" b="1" dirty="0">
                <a:solidFill>
                  <a:schemeClr val="tx2"/>
                </a:solidFill>
              </a:rPr>
              <a:t>:</a:t>
            </a:r>
            <a:endParaRPr lang="en-US" sz="1400" dirty="0">
              <a:solidFill>
                <a:schemeClr val="tx2"/>
              </a:solidFill>
            </a:endParaRP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João Ventura :</a:t>
            </a:r>
            <a:r>
              <a:rPr lang="en-US" sz="1400" dirty="0"/>
              <a:t> 9/10 – </a:t>
            </a:r>
            <a:r>
              <a:rPr lang="en-US" sz="1400" dirty="0" err="1"/>
              <a:t>Cumpriu</a:t>
            </a:r>
            <a:r>
              <a:rPr lang="en-US" sz="1400" dirty="0"/>
              <a:t> </a:t>
            </a:r>
            <a:r>
              <a:rPr lang="en-US" sz="1400" dirty="0" err="1"/>
              <a:t>integralmente</a:t>
            </a:r>
            <a:r>
              <a:rPr lang="en-US" sz="1400" dirty="0"/>
              <a:t> as </a:t>
            </a:r>
            <a:r>
              <a:rPr lang="en-US" sz="1400" dirty="0" err="1"/>
              <a:t>tarefas</a:t>
            </a:r>
            <a:r>
              <a:rPr lang="en-US" sz="1400" dirty="0"/>
              <a:t>, </a:t>
            </a:r>
            <a:r>
              <a:rPr lang="en-US" sz="1400" dirty="0" err="1"/>
              <a:t>iniciativa</a:t>
            </a:r>
            <a:r>
              <a:rPr lang="en-US" sz="1400" dirty="0"/>
              <a:t> </a:t>
            </a:r>
            <a:r>
              <a:rPr lang="en-US" sz="1400" dirty="0" err="1"/>
              <a:t>em</a:t>
            </a:r>
            <a:r>
              <a:rPr lang="en-US" sz="1400" dirty="0"/>
              <a:t> </a:t>
            </a:r>
            <a:r>
              <a:rPr lang="en-US" sz="1400" dirty="0" err="1"/>
              <a:t>dar</a:t>
            </a:r>
            <a:r>
              <a:rPr lang="en-US" sz="1400" dirty="0"/>
              <a:t> </a:t>
            </a:r>
            <a:r>
              <a:rPr lang="en-US" sz="1400" dirty="0" err="1"/>
              <a:t>resposta</a:t>
            </a:r>
            <a:r>
              <a:rPr lang="en-US" sz="1400" dirty="0"/>
              <a:t> </a:t>
            </a:r>
            <a:r>
              <a:rPr lang="en-US" sz="1400" dirty="0" err="1"/>
              <a:t>às</a:t>
            </a:r>
            <a:r>
              <a:rPr lang="en-US" sz="1400" dirty="0"/>
              <a:t> user stories </a:t>
            </a:r>
            <a:r>
              <a:rPr lang="en-US" sz="1400" dirty="0" err="1"/>
              <a:t>cuja</a:t>
            </a:r>
            <a:r>
              <a:rPr lang="en-US" sz="1400" dirty="0"/>
              <a:t> </a:t>
            </a:r>
            <a:r>
              <a:rPr lang="en-US" sz="1400" dirty="0" err="1"/>
              <a:t>tecnologia</a:t>
            </a:r>
            <a:r>
              <a:rPr lang="en-US" sz="1400" dirty="0"/>
              <a:t> </a:t>
            </a:r>
            <a:r>
              <a:rPr lang="en-US" sz="1400" dirty="0" err="1"/>
              <a:t>lhe</a:t>
            </a:r>
            <a:r>
              <a:rPr lang="en-US" sz="1400" dirty="0"/>
              <a:t> é familiar.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José Ferreira:</a:t>
            </a:r>
            <a:r>
              <a:rPr lang="en-US" sz="1400" dirty="0"/>
              <a:t> 9/10 – </a:t>
            </a:r>
            <a:r>
              <a:rPr lang="en-US" sz="1400" dirty="0" err="1"/>
              <a:t>Produção</a:t>
            </a:r>
            <a:r>
              <a:rPr lang="en-US" sz="1400" dirty="0"/>
              <a:t> </a:t>
            </a:r>
            <a:r>
              <a:rPr lang="en-US" sz="1400" dirty="0" err="1"/>
              <a:t>sólida</a:t>
            </a:r>
            <a:r>
              <a:rPr lang="en-US" sz="1400" dirty="0"/>
              <a:t> dos </a:t>
            </a:r>
            <a:r>
              <a:rPr lang="en-US" sz="1400" dirty="0" err="1"/>
              <a:t>diagramas</a:t>
            </a:r>
            <a:r>
              <a:rPr lang="en-US" sz="1400" dirty="0"/>
              <a:t> e </a:t>
            </a:r>
            <a:r>
              <a:rPr lang="en-US" sz="1400" dirty="0" err="1"/>
              <a:t>participação</a:t>
            </a:r>
            <a:r>
              <a:rPr lang="en-US" sz="1400" dirty="0"/>
              <a:t> </a:t>
            </a:r>
            <a:r>
              <a:rPr lang="en-US" sz="1400" dirty="0" err="1"/>
              <a:t>ativa</a:t>
            </a:r>
            <a:r>
              <a:rPr lang="en-US" sz="1400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D1E320-8B0A-ED2D-91BB-763CBED3F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78239" y="6455664"/>
            <a:ext cx="33604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z="10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defTabSz="914400">
                <a:spcAft>
                  <a:spcPts val="600"/>
                </a:spcAft>
              </a:pPr>
              <a:t>14</a:t>
            </a:fld>
            <a:endParaRPr lang="en-US" sz="1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639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619</Words>
  <Application>Microsoft Office PowerPoint</Application>
  <PresentationFormat>On-screen Show (4:3)</PresentationFormat>
  <Paragraphs>94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Times New Roman</vt:lpstr>
      <vt:lpstr>Office Theme</vt:lpstr>
      <vt:lpstr>Sprint A Modelação, Planeamento e Estruturação Inicial do Sistema</vt:lpstr>
      <vt:lpstr>Objetivos Sprint A</vt:lpstr>
      <vt:lpstr>US_A001 Requisitos (FURPS+)</vt:lpstr>
      <vt:lpstr>US_A002 Diagrama de Use Cases</vt:lpstr>
      <vt:lpstr>US_A005 – Cenário de Sucesso</vt:lpstr>
      <vt:lpstr>US_A008 Fluxograma</vt:lpstr>
      <vt:lpstr>US_A006 – GitHub Repo</vt:lpstr>
      <vt:lpstr>US_A003 Modelo Relacional</vt:lpstr>
      <vt:lpstr>US_A004 Modelo de Domínio</vt:lpstr>
      <vt:lpstr>US_A007 – Dicionário de Dados</vt:lpstr>
      <vt:lpstr>US_A004 Modelo de Domínio</vt:lpstr>
      <vt:lpstr>Mapa de Gestão de Tarefas User Stories da Sprint A</vt:lpstr>
      <vt:lpstr>Conclusões da Sprint A e Próximos Passos</vt:lpstr>
      <vt:lpstr>Autoavaliação da Equipa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Solange Alves</cp:lastModifiedBy>
  <cp:revision>14</cp:revision>
  <dcterms:created xsi:type="dcterms:W3CDTF">2013-01-27T09:14:16Z</dcterms:created>
  <dcterms:modified xsi:type="dcterms:W3CDTF">2025-11-29T10:07:53Z</dcterms:modified>
  <cp:category/>
</cp:coreProperties>
</file>