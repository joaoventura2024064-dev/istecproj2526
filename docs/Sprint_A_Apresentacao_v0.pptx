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Projeto Interdisciplinar – Sprint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Modelação, Planeamento e Estruturação Inicial do Sistema</a:t>
            </a:r>
          </a:p>
          <a:p/>
          <a:p>
            <a:r>
              <a:t>Equipa: </a:t>
            </a:r>
          </a:p>
          <a:p>
            <a:r>
              <a:t>Curso: LEI – ISTEC Porto</a:t>
            </a:r>
          </a:p>
          <a:p>
            <a:r>
              <a:t>Data: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 da Sprint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Levantamento de requisitos (FURPS+)</a:t>
            </a:r>
          </a:p>
          <a:p>
            <a:r>
              <a:t>• Atualização do Diagrama de Use Cases</a:t>
            </a:r>
          </a:p>
          <a:p>
            <a:r>
              <a:t>• Cenário UC Executar Simulação</a:t>
            </a:r>
          </a:p>
          <a:p>
            <a:r>
              <a:t>• Fluxograma do UC</a:t>
            </a:r>
          </a:p>
          <a:p>
            <a:r>
              <a:t>• Repositório GitHub</a:t>
            </a:r>
          </a:p>
          <a:p>
            <a:r>
              <a:t>• Modelo Relacional</a:t>
            </a:r>
          </a:p>
          <a:p>
            <a:r>
              <a:t>• Modelo de Domínio</a:t>
            </a:r>
          </a:p>
          <a:p>
            <a:r>
              <a:t>• Dicionário de Dados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US_A001 – Requisitos (FURPS+)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Functionality, Usability, Reliability, Performance, Supportability</a:t>
            </a:r>
          </a:p>
          <a:p>
            <a:r>
              <a:t>+ Segurança, Histórico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US_A002 – Diagrama de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Inserir imagem do diagrama aqui.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US_A005 – Cenário de Sucesso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Introduzir parâmetros</a:t>
            </a:r>
          </a:p>
          <a:p>
            <a:r>
              <a:t>2. Validar dados</a:t>
            </a:r>
          </a:p>
          <a:p>
            <a:r>
              <a:t>3. Executar modelo SIR</a:t>
            </a:r>
          </a:p>
          <a:p>
            <a:r>
              <a:t>4. Guardar resultados</a:t>
            </a:r>
          </a:p>
          <a:p>
            <a:r>
              <a:t>5. Calcular Rt</a:t>
            </a:r>
          </a:p>
          <a:p>
            <a:r>
              <a:t>6. Exibir gráficos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US_A008 – Fluxograma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Inserir imagem do fluxograma aqui.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US_A006 – GitHub Repo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Criação do repositório</a:t>
            </a:r>
          </a:p>
          <a:p>
            <a:r>
              <a:t>• Estrutura inicial: frontend/backend</a:t>
            </a:r>
          </a:p>
          <a:p>
            <a:r>
              <a:t>• Branches: main, dev, feature/*</a:t>
            </a:r>
          </a:p>
          <a:p>
            <a:r>
              <a:t>• Adição de colaboradores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US_A003 – Modelo Relacional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Inserir imagem do ERD atualizado.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US_A004 – Modelo de Domínio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Inserir imagem UML.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US_A007 – Dicionário de Dados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Tabelas, atributos, tipos, PK/FK, descrições.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Mapa da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Tabela com percentagens de conclusão.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Sprint concluída</a:t>
            </a:r>
          </a:p>
          <a:p>
            <a:r>
              <a:t>• Modelos completos</a:t>
            </a:r>
          </a:p>
          <a:p>
            <a:r>
              <a:t>• Arquitetura pronta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API Flask</a:t>
            </a:r>
          </a:p>
          <a:p>
            <a:r>
              <a:t>• Endpoints</a:t>
            </a:r>
          </a:p>
          <a:p>
            <a:r>
              <a:t>• Frontend React</a:t>
            </a:r>
          </a:p>
          <a:p>
            <a:r>
              <a:t>• Modelo SIR</a:t>
            </a:r>
          </a:p>
          <a:p>
            <a:r>
              <a:t>• Testes iniciais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Autoavaliação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Pontos fortes e a melhorar.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