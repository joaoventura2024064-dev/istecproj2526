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71" r:id="rId2"/>
    <p:sldId id="257" r:id="rId3"/>
    <p:sldId id="258" r:id="rId4"/>
    <p:sldId id="259" r:id="rId5"/>
    <p:sldId id="260" r:id="rId6"/>
    <p:sldId id="275" r:id="rId7"/>
    <p:sldId id="262" r:id="rId8"/>
    <p:sldId id="263" r:id="rId9"/>
    <p:sldId id="27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E273F3-E72E-40AA-A817-98C20B5011C2}" v="2" dt="2025-11-28T21:27:57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200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ão Francisco Ventura" userId="2b823f3e-e005-46e5-b32e-2e12a8980972" providerId="ADAL" clId="{CF83E829-C634-4ADE-AC63-0B47AE628D92}"/>
    <pc:docChg chg="undo custSel modSld">
      <pc:chgData name="João Francisco Ventura" userId="2b823f3e-e005-46e5-b32e-2e12a8980972" providerId="ADAL" clId="{CF83E829-C634-4ADE-AC63-0B47AE628D92}" dt="2025-11-28T21:56:18.785" v="57" actId="14100"/>
      <pc:docMkLst>
        <pc:docMk/>
      </pc:docMkLst>
      <pc:sldChg chg="addSp modSp mod">
        <pc:chgData name="João Francisco Ventura" userId="2b823f3e-e005-46e5-b32e-2e12a8980972" providerId="ADAL" clId="{CF83E829-C634-4ADE-AC63-0B47AE628D92}" dt="2025-11-28T21:30:12.103" v="47" actId="732"/>
        <pc:sldMkLst>
          <pc:docMk/>
          <pc:sldMk cId="0" sldId="258"/>
        </pc:sldMkLst>
        <pc:picChg chg="add mod modCrop">
          <ac:chgData name="João Francisco Ventura" userId="2b823f3e-e005-46e5-b32e-2e12a8980972" providerId="ADAL" clId="{CF83E829-C634-4ADE-AC63-0B47AE628D92}" dt="2025-11-28T21:30:12.103" v="47" actId="732"/>
          <ac:picMkLst>
            <pc:docMk/>
            <pc:sldMk cId="0" sldId="258"/>
            <ac:picMk id="6" creationId="{C7F6E3D5-B525-1B59-9ED1-970EF36C72B1}"/>
          </ac:picMkLst>
        </pc:picChg>
      </pc:sldChg>
      <pc:sldChg chg="addSp delSp modSp mod">
        <pc:chgData name="João Francisco Ventura" userId="2b823f3e-e005-46e5-b32e-2e12a8980972" providerId="ADAL" clId="{CF83E829-C634-4ADE-AC63-0B47AE628D92}" dt="2025-11-28T21:56:18.785" v="57" actId="14100"/>
        <pc:sldMkLst>
          <pc:docMk/>
          <pc:sldMk cId="0" sldId="260"/>
        </pc:sldMkLst>
        <pc:spChg chg="add del mod">
          <ac:chgData name="João Francisco Ventura" userId="2b823f3e-e005-46e5-b32e-2e12a8980972" providerId="ADAL" clId="{CF83E829-C634-4ADE-AC63-0B47AE628D92}" dt="2025-11-28T21:56:18.631" v="56" actId="22"/>
          <ac:spMkLst>
            <pc:docMk/>
            <pc:sldMk cId="0" sldId="260"/>
            <ac:spMk id="7" creationId="{9AE4C428-BF5A-9DA9-BEBF-C348619CD407}"/>
          </ac:spMkLst>
        </pc:spChg>
        <pc:graphicFrameChg chg="mod">
          <ac:chgData name="João Francisco Ventura" userId="2b823f3e-e005-46e5-b32e-2e12a8980972" providerId="ADAL" clId="{CF83E829-C634-4ADE-AC63-0B47AE628D92}" dt="2025-11-28T21:56:18.785" v="57" actId="14100"/>
          <ac:graphicFrameMkLst>
            <pc:docMk/>
            <pc:sldMk cId="0" sldId="260"/>
            <ac:graphicFrameMk id="6" creationId="{19BDD062-E420-9513-5551-941B701490A5}"/>
          </ac:graphicFrameMkLst>
        </pc:graphicFrameChg>
      </pc:sldChg>
      <pc:sldChg chg="addSp delSp modSp mod">
        <pc:chgData name="João Francisco Ventura" userId="2b823f3e-e005-46e5-b32e-2e12a8980972" providerId="ADAL" clId="{CF83E829-C634-4ADE-AC63-0B47AE628D92}" dt="2025-11-28T21:28:44.061" v="10" actId="14100"/>
        <pc:sldMkLst>
          <pc:docMk/>
          <pc:sldMk cId="4023130912" sldId="275"/>
        </pc:sldMkLst>
        <pc:spChg chg="mod">
          <ac:chgData name="João Francisco Ventura" userId="2b823f3e-e005-46e5-b32e-2e12a8980972" providerId="ADAL" clId="{CF83E829-C634-4ADE-AC63-0B47AE628D92}" dt="2025-11-28T21:28:44.061" v="10" actId="14100"/>
          <ac:spMkLst>
            <pc:docMk/>
            <pc:sldMk cId="4023130912" sldId="275"/>
            <ac:spMk id="2" creationId="{C630569F-B1F3-3422-2C79-4BD6C5C92740}"/>
          </ac:spMkLst>
        </pc:spChg>
        <pc:picChg chg="add mod">
          <ac:chgData name="João Francisco Ventura" userId="2b823f3e-e005-46e5-b32e-2e12a8980972" providerId="ADAL" clId="{CF83E829-C634-4ADE-AC63-0B47AE628D92}" dt="2025-11-28T21:28:10.725" v="9" actId="1076"/>
          <ac:picMkLst>
            <pc:docMk/>
            <pc:sldMk cId="4023130912" sldId="275"/>
            <ac:picMk id="5" creationId="{F0CBFA6D-BDFA-2026-3B62-6980E74BB335}"/>
          </ac:picMkLst>
        </pc:picChg>
        <pc:picChg chg="del">
          <ac:chgData name="João Francisco Ventura" userId="2b823f3e-e005-46e5-b32e-2e12a8980972" providerId="ADAL" clId="{CF83E829-C634-4ADE-AC63-0B47AE628D92}" dt="2025-11-28T21:27:57.499" v="4" actId="478"/>
          <ac:picMkLst>
            <pc:docMk/>
            <pc:sldMk cId="4023130912" sldId="275"/>
            <ac:picMk id="2052" creationId="{20ADEBDB-F32B-B9EB-D696-6FE75BDCA33D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FC23AD-4EAD-4020-9729-916E36BD61D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4B2D6D8-7265-49F4-BBEC-0053A8C1D123}">
      <dgm:prSet/>
      <dgm:spPr/>
      <dgm:t>
        <a:bodyPr/>
        <a:lstStyle/>
        <a:p>
          <a:r>
            <a:rPr lang="pt-PT"/>
            <a:t>Levantamento de requisitos (FURPS+)</a:t>
          </a:r>
          <a:endParaRPr lang="en-US"/>
        </a:p>
      </dgm:t>
    </dgm:pt>
    <dgm:pt modelId="{B2E8E74D-13F0-47B3-9F25-60D29DE5EA36}" type="parTrans" cxnId="{25D3960A-7056-49DB-85EE-7043A96FFCC1}">
      <dgm:prSet/>
      <dgm:spPr/>
      <dgm:t>
        <a:bodyPr/>
        <a:lstStyle/>
        <a:p>
          <a:endParaRPr lang="en-US"/>
        </a:p>
      </dgm:t>
    </dgm:pt>
    <dgm:pt modelId="{E46FA29C-298C-4656-8476-387C6747BB5A}" type="sibTrans" cxnId="{25D3960A-7056-49DB-85EE-7043A96FFCC1}">
      <dgm:prSet/>
      <dgm:spPr/>
      <dgm:t>
        <a:bodyPr/>
        <a:lstStyle/>
        <a:p>
          <a:endParaRPr lang="en-US"/>
        </a:p>
      </dgm:t>
    </dgm:pt>
    <dgm:pt modelId="{800261C6-C48E-492F-94D1-9BC11E5BA902}">
      <dgm:prSet/>
      <dgm:spPr/>
      <dgm:t>
        <a:bodyPr/>
        <a:lstStyle/>
        <a:p>
          <a:r>
            <a:rPr lang="pt-PT"/>
            <a:t>Atualização do Diagrama de Use Cases</a:t>
          </a:r>
          <a:endParaRPr lang="en-US"/>
        </a:p>
      </dgm:t>
    </dgm:pt>
    <dgm:pt modelId="{CB533514-F489-426B-B081-DEE274D97F1D}" type="parTrans" cxnId="{66685DCF-DF19-4E1B-852D-3F781793149D}">
      <dgm:prSet/>
      <dgm:spPr/>
      <dgm:t>
        <a:bodyPr/>
        <a:lstStyle/>
        <a:p>
          <a:endParaRPr lang="en-US"/>
        </a:p>
      </dgm:t>
    </dgm:pt>
    <dgm:pt modelId="{FB1A1E45-D97D-4CA8-8981-BC011FD9A5A5}" type="sibTrans" cxnId="{66685DCF-DF19-4E1B-852D-3F781793149D}">
      <dgm:prSet/>
      <dgm:spPr/>
      <dgm:t>
        <a:bodyPr/>
        <a:lstStyle/>
        <a:p>
          <a:endParaRPr lang="en-US"/>
        </a:p>
      </dgm:t>
    </dgm:pt>
    <dgm:pt modelId="{9F60777A-B80E-4E27-B1E4-7BEC821E2AA2}">
      <dgm:prSet/>
      <dgm:spPr/>
      <dgm:t>
        <a:bodyPr/>
        <a:lstStyle/>
        <a:p>
          <a:r>
            <a:rPr lang="pt-PT"/>
            <a:t>Cenário UC Executar Simulação</a:t>
          </a:r>
          <a:endParaRPr lang="en-US"/>
        </a:p>
      </dgm:t>
    </dgm:pt>
    <dgm:pt modelId="{2C0A3350-B4BD-4F26-AC11-F4A530D231AB}" type="parTrans" cxnId="{7C2E255F-0FC3-478B-88B4-612925F9C450}">
      <dgm:prSet/>
      <dgm:spPr/>
      <dgm:t>
        <a:bodyPr/>
        <a:lstStyle/>
        <a:p>
          <a:endParaRPr lang="en-US"/>
        </a:p>
      </dgm:t>
    </dgm:pt>
    <dgm:pt modelId="{DD5A1B67-EB13-4025-B644-792B474DE821}" type="sibTrans" cxnId="{7C2E255F-0FC3-478B-88B4-612925F9C450}">
      <dgm:prSet/>
      <dgm:spPr/>
      <dgm:t>
        <a:bodyPr/>
        <a:lstStyle/>
        <a:p>
          <a:endParaRPr lang="en-US"/>
        </a:p>
      </dgm:t>
    </dgm:pt>
    <dgm:pt modelId="{4168971D-3AB3-471C-90FC-036647C653F5}">
      <dgm:prSet/>
      <dgm:spPr/>
      <dgm:t>
        <a:bodyPr/>
        <a:lstStyle/>
        <a:p>
          <a:r>
            <a:rPr lang="pt-PT"/>
            <a:t>Fluxograma do UC</a:t>
          </a:r>
          <a:endParaRPr lang="en-US"/>
        </a:p>
      </dgm:t>
    </dgm:pt>
    <dgm:pt modelId="{0B010C4F-394B-41A5-A5EE-A9118F1B77C4}" type="parTrans" cxnId="{DB56B675-17BD-44EE-B93A-7594BF247246}">
      <dgm:prSet/>
      <dgm:spPr/>
      <dgm:t>
        <a:bodyPr/>
        <a:lstStyle/>
        <a:p>
          <a:endParaRPr lang="en-US"/>
        </a:p>
      </dgm:t>
    </dgm:pt>
    <dgm:pt modelId="{F405DF9A-D204-4171-AE22-9A80239880B6}" type="sibTrans" cxnId="{DB56B675-17BD-44EE-B93A-7594BF247246}">
      <dgm:prSet/>
      <dgm:spPr/>
      <dgm:t>
        <a:bodyPr/>
        <a:lstStyle/>
        <a:p>
          <a:endParaRPr lang="en-US"/>
        </a:p>
      </dgm:t>
    </dgm:pt>
    <dgm:pt modelId="{24E0F971-9D90-4E7E-9A1E-DF5A78A53903}">
      <dgm:prSet/>
      <dgm:spPr/>
      <dgm:t>
        <a:bodyPr/>
        <a:lstStyle/>
        <a:p>
          <a:r>
            <a:rPr lang="pt-PT"/>
            <a:t>Repositório GitHub</a:t>
          </a:r>
          <a:endParaRPr lang="en-US"/>
        </a:p>
      </dgm:t>
    </dgm:pt>
    <dgm:pt modelId="{74B1DB10-224D-4874-AA53-32CC0CA02B2A}" type="parTrans" cxnId="{88FF2586-1EB5-4CBD-86CE-3163B8DACA6D}">
      <dgm:prSet/>
      <dgm:spPr/>
      <dgm:t>
        <a:bodyPr/>
        <a:lstStyle/>
        <a:p>
          <a:endParaRPr lang="en-US"/>
        </a:p>
      </dgm:t>
    </dgm:pt>
    <dgm:pt modelId="{0CBA1F4F-6DB9-4F61-8155-B2E06CC26231}" type="sibTrans" cxnId="{88FF2586-1EB5-4CBD-86CE-3163B8DACA6D}">
      <dgm:prSet/>
      <dgm:spPr/>
      <dgm:t>
        <a:bodyPr/>
        <a:lstStyle/>
        <a:p>
          <a:endParaRPr lang="en-US"/>
        </a:p>
      </dgm:t>
    </dgm:pt>
    <dgm:pt modelId="{2AF50F8D-55F2-4E13-9DFA-3DD4184CA688}">
      <dgm:prSet/>
      <dgm:spPr/>
      <dgm:t>
        <a:bodyPr/>
        <a:lstStyle/>
        <a:p>
          <a:r>
            <a:rPr lang="pt-PT"/>
            <a:t>Modelo Relacional</a:t>
          </a:r>
          <a:endParaRPr lang="en-US"/>
        </a:p>
      </dgm:t>
    </dgm:pt>
    <dgm:pt modelId="{64BD0156-A585-4D4B-8270-7514525BAF22}" type="parTrans" cxnId="{B901E9C5-9CD2-4654-A8B4-7F91AF451C5C}">
      <dgm:prSet/>
      <dgm:spPr/>
      <dgm:t>
        <a:bodyPr/>
        <a:lstStyle/>
        <a:p>
          <a:endParaRPr lang="en-US"/>
        </a:p>
      </dgm:t>
    </dgm:pt>
    <dgm:pt modelId="{555C9664-E2B3-4D08-A988-AFC43640C618}" type="sibTrans" cxnId="{B901E9C5-9CD2-4654-A8B4-7F91AF451C5C}">
      <dgm:prSet/>
      <dgm:spPr/>
      <dgm:t>
        <a:bodyPr/>
        <a:lstStyle/>
        <a:p>
          <a:endParaRPr lang="en-US"/>
        </a:p>
      </dgm:t>
    </dgm:pt>
    <dgm:pt modelId="{E7723195-9F9E-4D7C-B4F7-B43CFE1A0EEC}">
      <dgm:prSet/>
      <dgm:spPr/>
      <dgm:t>
        <a:bodyPr/>
        <a:lstStyle/>
        <a:p>
          <a:r>
            <a:rPr lang="pt-PT"/>
            <a:t>Modelo de Domínio</a:t>
          </a:r>
          <a:endParaRPr lang="en-US"/>
        </a:p>
      </dgm:t>
    </dgm:pt>
    <dgm:pt modelId="{12840447-8D98-4CB9-95B8-0765BA33A3A2}" type="parTrans" cxnId="{E2C1FF85-DDB7-4069-9545-745709371937}">
      <dgm:prSet/>
      <dgm:spPr/>
      <dgm:t>
        <a:bodyPr/>
        <a:lstStyle/>
        <a:p>
          <a:endParaRPr lang="en-US"/>
        </a:p>
      </dgm:t>
    </dgm:pt>
    <dgm:pt modelId="{10B4D821-7AC0-480E-A68C-DDC888006047}" type="sibTrans" cxnId="{E2C1FF85-DDB7-4069-9545-745709371937}">
      <dgm:prSet/>
      <dgm:spPr/>
      <dgm:t>
        <a:bodyPr/>
        <a:lstStyle/>
        <a:p>
          <a:endParaRPr lang="en-US"/>
        </a:p>
      </dgm:t>
    </dgm:pt>
    <dgm:pt modelId="{873FB366-C29B-4D3B-B1EB-9BB1A15DEFEB}">
      <dgm:prSet/>
      <dgm:spPr/>
      <dgm:t>
        <a:bodyPr/>
        <a:lstStyle/>
        <a:p>
          <a:r>
            <a:rPr lang="pt-PT"/>
            <a:t>Dicionário de Dados</a:t>
          </a:r>
          <a:endParaRPr lang="en-US"/>
        </a:p>
      </dgm:t>
    </dgm:pt>
    <dgm:pt modelId="{A59DF02A-FDC4-4D88-AEC9-93CD00DDB8E2}" type="parTrans" cxnId="{DED1F2DE-9A49-412D-A459-DB92C502161B}">
      <dgm:prSet/>
      <dgm:spPr/>
      <dgm:t>
        <a:bodyPr/>
        <a:lstStyle/>
        <a:p>
          <a:endParaRPr lang="en-US"/>
        </a:p>
      </dgm:t>
    </dgm:pt>
    <dgm:pt modelId="{284A7FA0-30DE-41B2-97ED-4B3B97E9846F}" type="sibTrans" cxnId="{DED1F2DE-9A49-412D-A459-DB92C502161B}">
      <dgm:prSet/>
      <dgm:spPr/>
      <dgm:t>
        <a:bodyPr/>
        <a:lstStyle/>
        <a:p>
          <a:endParaRPr lang="en-US"/>
        </a:p>
      </dgm:t>
    </dgm:pt>
    <dgm:pt modelId="{EA1441EA-DFB1-477A-9DF4-6FD21E7D4922}" type="pres">
      <dgm:prSet presAssocID="{4DFC23AD-4EAD-4020-9729-916E36BD61D9}" presName="linear" presStyleCnt="0">
        <dgm:presLayoutVars>
          <dgm:animLvl val="lvl"/>
          <dgm:resizeHandles val="exact"/>
        </dgm:presLayoutVars>
      </dgm:prSet>
      <dgm:spPr/>
    </dgm:pt>
    <dgm:pt modelId="{60075EE3-E48E-489F-A51E-D55DE34FAF68}" type="pres">
      <dgm:prSet presAssocID="{64B2D6D8-7265-49F4-BBEC-0053A8C1D123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2C22B881-27D3-4DD8-A7BC-8CC647763F26}" type="pres">
      <dgm:prSet presAssocID="{E46FA29C-298C-4656-8476-387C6747BB5A}" presName="spacer" presStyleCnt="0"/>
      <dgm:spPr/>
    </dgm:pt>
    <dgm:pt modelId="{23E24AE8-1932-4BAC-B142-F0719FF227F4}" type="pres">
      <dgm:prSet presAssocID="{800261C6-C48E-492F-94D1-9BC11E5BA90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3BCB546C-DEBD-4687-8D15-38E790353A6A}" type="pres">
      <dgm:prSet presAssocID="{FB1A1E45-D97D-4CA8-8981-BC011FD9A5A5}" presName="spacer" presStyleCnt="0"/>
      <dgm:spPr/>
    </dgm:pt>
    <dgm:pt modelId="{A3A1B0B6-E841-4579-8F64-0F0543BA4A97}" type="pres">
      <dgm:prSet presAssocID="{9F60777A-B80E-4E27-B1E4-7BEC821E2AA2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5011DF11-1FD7-44E1-A07D-06D0FE40C24C}" type="pres">
      <dgm:prSet presAssocID="{DD5A1B67-EB13-4025-B644-792B474DE821}" presName="spacer" presStyleCnt="0"/>
      <dgm:spPr/>
    </dgm:pt>
    <dgm:pt modelId="{E8BEF1E6-0871-417C-9AAC-443CF9692624}" type="pres">
      <dgm:prSet presAssocID="{4168971D-3AB3-471C-90FC-036647C653F5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DE1DF809-6DA9-458E-9302-9EFCEA8CB681}" type="pres">
      <dgm:prSet presAssocID="{F405DF9A-D204-4171-AE22-9A80239880B6}" presName="spacer" presStyleCnt="0"/>
      <dgm:spPr/>
    </dgm:pt>
    <dgm:pt modelId="{8B8EF8A3-AB8F-4DEE-89E1-FAE23D0656BF}" type="pres">
      <dgm:prSet presAssocID="{24E0F971-9D90-4E7E-9A1E-DF5A78A53903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28B72A90-23FE-4CF3-87BB-6F7DC85BFC5F}" type="pres">
      <dgm:prSet presAssocID="{0CBA1F4F-6DB9-4F61-8155-B2E06CC26231}" presName="spacer" presStyleCnt="0"/>
      <dgm:spPr/>
    </dgm:pt>
    <dgm:pt modelId="{D1F945E9-E44F-49D8-B062-B8E49A724451}" type="pres">
      <dgm:prSet presAssocID="{2AF50F8D-55F2-4E13-9DFA-3DD4184CA688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A8EB4269-C0DF-4816-A9A3-F75BB1812D92}" type="pres">
      <dgm:prSet presAssocID="{555C9664-E2B3-4D08-A988-AFC43640C618}" presName="spacer" presStyleCnt="0"/>
      <dgm:spPr/>
    </dgm:pt>
    <dgm:pt modelId="{8D51BB22-CB06-45D2-BFCB-A2C5B29C561A}" type="pres">
      <dgm:prSet presAssocID="{E7723195-9F9E-4D7C-B4F7-B43CFE1A0EEC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A926A5A7-A174-4C80-A9FA-4E888F0BA782}" type="pres">
      <dgm:prSet presAssocID="{10B4D821-7AC0-480E-A68C-DDC888006047}" presName="spacer" presStyleCnt="0"/>
      <dgm:spPr/>
    </dgm:pt>
    <dgm:pt modelId="{12F575F2-C1A2-4DF2-9BF3-C84D1EC6602B}" type="pres">
      <dgm:prSet presAssocID="{873FB366-C29B-4D3B-B1EB-9BB1A15DEFEB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D959BA06-E149-4ECA-B32A-015B5C0D6CD6}" type="presOf" srcId="{873FB366-C29B-4D3B-B1EB-9BB1A15DEFEB}" destId="{12F575F2-C1A2-4DF2-9BF3-C84D1EC6602B}" srcOrd="0" destOrd="0" presId="urn:microsoft.com/office/officeart/2005/8/layout/vList2"/>
    <dgm:cxn modelId="{A5310D09-0F86-4315-AF70-83DF0CC4011B}" type="presOf" srcId="{800261C6-C48E-492F-94D1-9BC11E5BA902}" destId="{23E24AE8-1932-4BAC-B142-F0719FF227F4}" srcOrd="0" destOrd="0" presId="urn:microsoft.com/office/officeart/2005/8/layout/vList2"/>
    <dgm:cxn modelId="{25D3960A-7056-49DB-85EE-7043A96FFCC1}" srcId="{4DFC23AD-4EAD-4020-9729-916E36BD61D9}" destId="{64B2D6D8-7265-49F4-BBEC-0053A8C1D123}" srcOrd="0" destOrd="0" parTransId="{B2E8E74D-13F0-47B3-9F25-60D29DE5EA36}" sibTransId="{E46FA29C-298C-4656-8476-387C6747BB5A}"/>
    <dgm:cxn modelId="{8E05CA0D-B6E5-417D-9A50-3B053064DC7A}" type="presOf" srcId="{9F60777A-B80E-4E27-B1E4-7BEC821E2AA2}" destId="{A3A1B0B6-E841-4579-8F64-0F0543BA4A97}" srcOrd="0" destOrd="0" presId="urn:microsoft.com/office/officeart/2005/8/layout/vList2"/>
    <dgm:cxn modelId="{BA9C9E31-3F2B-49A0-BB80-73D873481042}" type="presOf" srcId="{2AF50F8D-55F2-4E13-9DFA-3DD4184CA688}" destId="{D1F945E9-E44F-49D8-B062-B8E49A724451}" srcOrd="0" destOrd="0" presId="urn:microsoft.com/office/officeart/2005/8/layout/vList2"/>
    <dgm:cxn modelId="{7C2E255F-0FC3-478B-88B4-612925F9C450}" srcId="{4DFC23AD-4EAD-4020-9729-916E36BD61D9}" destId="{9F60777A-B80E-4E27-B1E4-7BEC821E2AA2}" srcOrd="2" destOrd="0" parTransId="{2C0A3350-B4BD-4F26-AC11-F4A530D231AB}" sibTransId="{DD5A1B67-EB13-4025-B644-792B474DE821}"/>
    <dgm:cxn modelId="{588E1770-8D83-407B-A58D-609CD4B70021}" type="presOf" srcId="{E7723195-9F9E-4D7C-B4F7-B43CFE1A0EEC}" destId="{8D51BB22-CB06-45D2-BFCB-A2C5B29C561A}" srcOrd="0" destOrd="0" presId="urn:microsoft.com/office/officeart/2005/8/layout/vList2"/>
    <dgm:cxn modelId="{DB56B675-17BD-44EE-B93A-7594BF247246}" srcId="{4DFC23AD-4EAD-4020-9729-916E36BD61D9}" destId="{4168971D-3AB3-471C-90FC-036647C653F5}" srcOrd="3" destOrd="0" parTransId="{0B010C4F-394B-41A5-A5EE-A9118F1B77C4}" sibTransId="{F405DF9A-D204-4171-AE22-9A80239880B6}"/>
    <dgm:cxn modelId="{E2C1FF85-DDB7-4069-9545-745709371937}" srcId="{4DFC23AD-4EAD-4020-9729-916E36BD61D9}" destId="{E7723195-9F9E-4D7C-B4F7-B43CFE1A0EEC}" srcOrd="6" destOrd="0" parTransId="{12840447-8D98-4CB9-95B8-0765BA33A3A2}" sibTransId="{10B4D821-7AC0-480E-A68C-DDC888006047}"/>
    <dgm:cxn modelId="{88FF2586-1EB5-4CBD-86CE-3163B8DACA6D}" srcId="{4DFC23AD-4EAD-4020-9729-916E36BD61D9}" destId="{24E0F971-9D90-4E7E-9A1E-DF5A78A53903}" srcOrd="4" destOrd="0" parTransId="{74B1DB10-224D-4874-AA53-32CC0CA02B2A}" sibTransId="{0CBA1F4F-6DB9-4F61-8155-B2E06CC26231}"/>
    <dgm:cxn modelId="{17A3B58A-9E54-420D-A0BB-F89FCA3A3E11}" type="presOf" srcId="{64B2D6D8-7265-49F4-BBEC-0053A8C1D123}" destId="{60075EE3-E48E-489F-A51E-D55DE34FAF68}" srcOrd="0" destOrd="0" presId="urn:microsoft.com/office/officeart/2005/8/layout/vList2"/>
    <dgm:cxn modelId="{B901E9C5-9CD2-4654-A8B4-7F91AF451C5C}" srcId="{4DFC23AD-4EAD-4020-9729-916E36BD61D9}" destId="{2AF50F8D-55F2-4E13-9DFA-3DD4184CA688}" srcOrd="5" destOrd="0" parTransId="{64BD0156-A585-4D4B-8270-7514525BAF22}" sibTransId="{555C9664-E2B3-4D08-A988-AFC43640C618}"/>
    <dgm:cxn modelId="{66685DCF-DF19-4E1B-852D-3F781793149D}" srcId="{4DFC23AD-4EAD-4020-9729-916E36BD61D9}" destId="{800261C6-C48E-492F-94D1-9BC11E5BA902}" srcOrd="1" destOrd="0" parTransId="{CB533514-F489-426B-B081-DEE274D97F1D}" sibTransId="{FB1A1E45-D97D-4CA8-8981-BC011FD9A5A5}"/>
    <dgm:cxn modelId="{0C538CD2-F13E-4E86-971A-92316B2DD252}" type="presOf" srcId="{4168971D-3AB3-471C-90FC-036647C653F5}" destId="{E8BEF1E6-0871-417C-9AAC-443CF9692624}" srcOrd="0" destOrd="0" presId="urn:microsoft.com/office/officeart/2005/8/layout/vList2"/>
    <dgm:cxn modelId="{667963D8-0848-422C-9FF3-04D1B55FF712}" type="presOf" srcId="{24E0F971-9D90-4E7E-9A1E-DF5A78A53903}" destId="{8B8EF8A3-AB8F-4DEE-89E1-FAE23D0656BF}" srcOrd="0" destOrd="0" presId="urn:microsoft.com/office/officeart/2005/8/layout/vList2"/>
    <dgm:cxn modelId="{DED1F2DE-9A49-412D-A459-DB92C502161B}" srcId="{4DFC23AD-4EAD-4020-9729-916E36BD61D9}" destId="{873FB366-C29B-4D3B-B1EB-9BB1A15DEFEB}" srcOrd="7" destOrd="0" parTransId="{A59DF02A-FDC4-4D88-AEC9-93CD00DDB8E2}" sibTransId="{284A7FA0-30DE-41B2-97ED-4B3B97E9846F}"/>
    <dgm:cxn modelId="{2BB63FE2-54C3-41F5-921F-B22629C1C489}" type="presOf" srcId="{4DFC23AD-4EAD-4020-9729-916E36BD61D9}" destId="{EA1441EA-DFB1-477A-9DF4-6FD21E7D4922}" srcOrd="0" destOrd="0" presId="urn:microsoft.com/office/officeart/2005/8/layout/vList2"/>
    <dgm:cxn modelId="{ED3107F4-4A4D-4314-A6BD-A6EAA20755BA}" type="presParOf" srcId="{EA1441EA-DFB1-477A-9DF4-6FD21E7D4922}" destId="{60075EE3-E48E-489F-A51E-D55DE34FAF68}" srcOrd="0" destOrd="0" presId="urn:microsoft.com/office/officeart/2005/8/layout/vList2"/>
    <dgm:cxn modelId="{F9DECBC8-AA33-4A71-9940-9D275C8B587D}" type="presParOf" srcId="{EA1441EA-DFB1-477A-9DF4-6FD21E7D4922}" destId="{2C22B881-27D3-4DD8-A7BC-8CC647763F26}" srcOrd="1" destOrd="0" presId="urn:microsoft.com/office/officeart/2005/8/layout/vList2"/>
    <dgm:cxn modelId="{DC7594D7-DE6A-460D-BDFE-665AFF46D01C}" type="presParOf" srcId="{EA1441EA-DFB1-477A-9DF4-6FD21E7D4922}" destId="{23E24AE8-1932-4BAC-B142-F0719FF227F4}" srcOrd="2" destOrd="0" presId="urn:microsoft.com/office/officeart/2005/8/layout/vList2"/>
    <dgm:cxn modelId="{7300D168-7611-455E-B547-012C204B6321}" type="presParOf" srcId="{EA1441EA-DFB1-477A-9DF4-6FD21E7D4922}" destId="{3BCB546C-DEBD-4687-8D15-38E790353A6A}" srcOrd="3" destOrd="0" presId="urn:microsoft.com/office/officeart/2005/8/layout/vList2"/>
    <dgm:cxn modelId="{72881724-40FB-460D-BD07-88CEDD43E4AD}" type="presParOf" srcId="{EA1441EA-DFB1-477A-9DF4-6FD21E7D4922}" destId="{A3A1B0B6-E841-4579-8F64-0F0543BA4A97}" srcOrd="4" destOrd="0" presId="urn:microsoft.com/office/officeart/2005/8/layout/vList2"/>
    <dgm:cxn modelId="{6C22D49E-2518-4924-A07A-890C5BB3199B}" type="presParOf" srcId="{EA1441EA-DFB1-477A-9DF4-6FD21E7D4922}" destId="{5011DF11-1FD7-44E1-A07D-06D0FE40C24C}" srcOrd="5" destOrd="0" presId="urn:microsoft.com/office/officeart/2005/8/layout/vList2"/>
    <dgm:cxn modelId="{1DCC8824-983C-4DBD-A81E-9B357DE27829}" type="presParOf" srcId="{EA1441EA-DFB1-477A-9DF4-6FD21E7D4922}" destId="{E8BEF1E6-0871-417C-9AAC-443CF9692624}" srcOrd="6" destOrd="0" presId="urn:microsoft.com/office/officeart/2005/8/layout/vList2"/>
    <dgm:cxn modelId="{C49B231C-F1C1-46BA-9EEB-B0953ADA0BAD}" type="presParOf" srcId="{EA1441EA-DFB1-477A-9DF4-6FD21E7D4922}" destId="{DE1DF809-6DA9-458E-9302-9EFCEA8CB681}" srcOrd="7" destOrd="0" presId="urn:microsoft.com/office/officeart/2005/8/layout/vList2"/>
    <dgm:cxn modelId="{D5A64AD3-CFD3-4B6D-81D9-F03DB60B99B1}" type="presParOf" srcId="{EA1441EA-DFB1-477A-9DF4-6FD21E7D4922}" destId="{8B8EF8A3-AB8F-4DEE-89E1-FAE23D0656BF}" srcOrd="8" destOrd="0" presId="urn:microsoft.com/office/officeart/2005/8/layout/vList2"/>
    <dgm:cxn modelId="{87FFB9AE-36CA-40BC-A035-DB92F477C365}" type="presParOf" srcId="{EA1441EA-DFB1-477A-9DF4-6FD21E7D4922}" destId="{28B72A90-23FE-4CF3-87BB-6F7DC85BFC5F}" srcOrd="9" destOrd="0" presId="urn:microsoft.com/office/officeart/2005/8/layout/vList2"/>
    <dgm:cxn modelId="{A0DA26A3-91FA-4C1E-891A-8EDC19E8BF6A}" type="presParOf" srcId="{EA1441EA-DFB1-477A-9DF4-6FD21E7D4922}" destId="{D1F945E9-E44F-49D8-B062-B8E49A724451}" srcOrd="10" destOrd="0" presId="urn:microsoft.com/office/officeart/2005/8/layout/vList2"/>
    <dgm:cxn modelId="{13B8B195-BFAE-4740-A7EE-E345CB5FFFF8}" type="presParOf" srcId="{EA1441EA-DFB1-477A-9DF4-6FD21E7D4922}" destId="{A8EB4269-C0DF-4816-A9A3-F75BB1812D92}" srcOrd="11" destOrd="0" presId="urn:microsoft.com/office/officeart/2005/8/layout/vList2"/>
    <dgm:cxn modelId="{9788F7B2-13B9-4475-B21C-D4E58CAAD09F}" type="presParOf" srcId="{EA1441EA-DFB1-477A-9DF4-6FD21E7D4922}" destId="{8D51BB22-CB06-45D2-BFCB-A2C5B29C561A}" srcOrd="12" destOrd="0" presId="urn:microsoft.com/office/officeart/2005/8/layout/vList2"/>
    <dgm:cxn modelId="{120FA292-0B63-4764-AC72-CB99B6226831}" type="presParOf" srcId="{EA1441EA-DFB1-477A-9DF4-6FD21E7D4922}" destId="{A926A5A7-A174-4C80-A9FA-4E888F0BA782}" srcOrd="13" destOrd="0" presId="urn:microsoft.com/office/officeart/2005/8/layout/vList2"/>
    <dgm:cxn modelId="{58AE2D9E-4671-460D-A098-229B8602B62C}" type="presParOf" srcId="{EA1441EA-DFB1-477A-9DF4-6FD21E7D4922}" destId="{12F575F2-C1A2-4DF2-9BF3-C84D1EC6602B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2A2496-FF51-4F91-8162-31693872581D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90F700F-91BC-4537-B27E-F6FF98DB8911}">
      <dgm:prSet/>
      <dgm:spPr/>
      <dgm:t>
        <a:bodyPr/>
        <a:lstStyle/>
        <a:p>
          <a:r>
            <a:rPr lang="en-US"/>
            <a:t>1. Introduzir parâmetros</a:t>
          </a:r>
        </a:p>
      </dgm:t>
    </dgm:pt>
    <dgm:pt modelId="{476913B6-96BD-475B-B3D3-9501C60C2311}" type="parTrans" cxnId="{F398A9B4-9785-4954-8C14-AEF99DAFB649}">
      <dgm:prSet/>
      <dgm:spPr/>
      <dgm:t>
        <a:bodyPr/>
        <a:lstStyle/>
        <a:p>
          <a:endParaRPr lang="en-US"/>
        </a:p>
      </dgm:t>
    </dgm:pt>
    <dgm:pt modelId="{29CD7494-3BF2-475B-916C-7186C930E30D}" type="sibTrans" cxnId="{F398A9B4-9785-4954-8C14-AEF99DAFB649}">
      <dgm:prSet/>
      <dgm:spPr/>
      <dgm:t>
        <a:bodyPr/>
        <a:lstStyle/>
        <a:p>
          <a:endParaRPr lang="en-US"/>
        </a:p>
      </dgm:t>
    </dgm:pt>
    <dgm:pt modelId="{BBAE9694-C773-4E77-948F-4403CC6F316B}">
      <dgm:prSet/>
      <dgm:spPr/>
      <dgm:t>
        <a:bodyPr/>
        <a:lstStyle/>
        <a:p>
          <a:r>
            <a:rPr lang="en-US"/>
            <a:t>2. Validar dados</a:t>
          </a:r>
        </a:p>
      </dgm:t>
    </dgm:pt>
    <dgm:pt modelId="{12247404-8D5B-483C-9370-654B037BDD1B}" type="parTrans" cxnId="{EE32F7C5-2F3B-4A6A-8D88-63491EB8C65D}">
      <dgm:prSet/>
      <dgm:spPr/>
      <dgm:t>
        <a:bodyPr/>
        <a:lstStyle/>
        <a:p>
          <a:endParaRPr lang="en-US"/>
        </a:p>
      </dgm:t>
    </dgm:pt>
    <dgm:pt modelId="{D1BA96D1-D5D4-4FA5-89D2-530312C3B926}" type="sibTrans" cxnId="{EE32F7C5-2F3B-4A6A-8D88-63491EB8C65D}">
      <dgm:prSet/>
      <dgm:spPr/>
      <dgm:t>
        <a:bodyPr/>
        <a:lstStyle/>
        <a:p>
          <a:endParaRPr lang="en-US"/>
        </a:p>
      </dgm:t>
    </dgm:pt>
    <dgm:pt modelId="{22227099-32C5-452A-82B9-4D34751C5513}">
      <dgm:prSet/>
      <dgm:spPr/>
      <dgm:t>
        <a:bodyPr/>
        <a:lstStyle/>
        <a:p>
          <a:r>
            <a:rPr lang="en-US" dirty="0"/>
            <a:t>3. </a:t>
          </a:r>
          <a:r>
            <a:rPr lang="en-US" dirty="0" err="1"/>
            <a:t>Executar</a:t>
          </a:r>
          <a:r>
            <a:rPr lang="en-US" dirty="0"/>
            <a:t> </a:t>
          </a:r>
          <a:r>
            <a:rPr lang="en-US" dirty="0" err="1"/>
            <a:t>modelo</a:t>
          </a:r>
          <a:r>
            <a:rPr lang="en-US" dirty="0"/>
            <a:t> SIR</a:t>
          </a:r>
        </a:p>
      </dgm:t>
    </dgm:pt>
    <dgm:pt modelId="{F768E886-97AC-4F16-843E-3290547EE910}" type="parTrans" cxnId="{1586E5CA-38BB-47D5-A967-1B81E4CF4B18}">
      <dgm:prSet/>
      <dgm:spPr/>
      <dgm:t>
        <a:bodyPr/>
        <a:lstStyle/>
        <a:p>
          <a:endParaRPr lang="en-US"/>
        </a:p>
      </dgm:t>
    </dgm:pt>
    <dgm:pt modelId="{E142594B-C464-4018-9A00-DCFFA263A219}" type="sibTrans" cxnId="{1586E5CA-38BB-47D5-A967-1B81E4CF4B18}">
      <dgm:prSet/>
      <dgm:spPr/>
      <dgm:t>
        <a:bodyPr/>
        <a:lstStyle/>
        <a:p>
          <a:endParaRPr lang="en-US"/>
        </a:p>
      </dgm:t>
    </dgm:pt>
    <dgm:pt modelId="{DECE4D21-48F0-4241-838E-81C58C8A9A11}">
      <dgm:prSet/>
      <dgm:spPr/>
      <dgm:t>
        <a:bodyPr/>
        <a:lstStyle/>
        <a:p>
          <a:r>
            <a:rPr lang="en-US"/>
            <a:t>4. Guardar resultados</a:t>
          </a:r>
        </a:p>
      </dgm:t>
    </dgm:pt>
    <dgm:pt modelId="{B907F7A2-CCFA-411B-BB8A-F2ABF0484633}" type="parTrans" cxnId="{E39945B6-6B05-4290-92AE-878B8A451A8F}">
      <dgm:prSet/>
      <dgm:spPr/>
      <dgm:t>
        <a:bodyPr/>
        <a:lstStyle/>
        <a:p>
          <a:endParaRPr lang="en-US"/>
        </a:p>
      </dgm:t>
    </dgm:pt>
    <dgm:pt modelId="{EEA8BA38-A4A0-439E-B5F4-7BD65809F14A}" type="sibTrans" cxnId="{E39945B6-6B05-4290-92AE-878B8A451A8F}">
      <dgm:prSet/>
      <dgm:spPr/>
      <dgm:t>
        <a:bodyPr/>
        <a:lstStyle/>
        <a:p>
          <a:endParaRPr lang="en-US"/>
        </a:p>
      </dgm:t>
    </dgm:pt>
    <dgm:pt modelId="{3967B9ED-E16F-4712-A394-4B0AB693AF17}">
      <dgm:prSet/>
      <dgm:spPr/>
      <dgm:t>
        <a:bodyPr/>
        <a:lstStyle/>
        <a:p>
          <a:r>
            <a:rPr lang="en-US"/>
            <a:t>5. Calcular Rt</a:t>
          </a:r>
        </a:p>
      </dgm:t>
    </dgm:pt>
    <dgm:pt modelId="{787384B8-CD59-4D18-B340-92C977DF6D03}" type="parTrans" cxnId="{B8117DD5-C2CD-41F7-88AA-C1CA022B294F}">
      <dgm:prSet/>
      <dgm:spPr/>
      <dgm:t>
        <a:bodyPr/>
        <a:lstStyle/>
        <a:p>
          <a:endParaRPr lang="en-US"/>
        </a:p>
      </dgm:t>
    </dgm:pt>
    <dgm:pt modelId="{8CDAA5E4-41CC-46D1-A184-E4981068229F}" type="sibTrans" cxnId="{B8117DD5-C2CD-41F7-88AA-C1CA022B294F}">
      <dgm:prSet/>
      <dgm:spPr/>
      <dgm:t>
        <a:bodyPr/>
        <a:lstStyle/>
        <a:p>
          <a:endParaRPr lang="en-US"/>
        </a:p>
      </dgm:t>
    </dgm:pt>
    <dgm:pt modelId="{2C280D57-6537-4EE9-8AE9-3FE20E9CEE19}">
      <dgm:prSet/>
      <dgm:spPr/>
      <dgm:t>
        <a:bodyPr/>
        <a:lstStyle/>
        <a:p>
          <a:r>
            <a:rPr lang="en-US"/>
            <a:t>6. Exibir gráficos</a:t>
          </a:r>
        </a:p>
      </dgm:t>
    </dgm:pt>
    <dgm:pt modelId="{1D622B2D-52D1-4A9F-AF7F-7BFBD6B76AD6}" type="parTrans" cxnId="{A1CF82B1-F765-4DCD-96F6-EEDFA8F6D497}">
      <dgm:prSet/>
      <dgm:spPr/>
      <dgm:t>
        <a:bodyPr/>
        <a:lstStyle/>
        <a:p>
          <a:endParaRPr lang="en-US"/>
        </a:p>
      </dgm:t>
    </dgm:pt>
    <dgm:pt modelId="{DA3DBBD5-7AFE-41A4-AF01-FF554A05F59B}" type="sibTrans" cxnId="{A1CF82B1-F765-4DCD-96F6-EEDFA8F6D497}">
      <dgm:prSet/>
      <dgm:spPr/>
      <dgm:t>
        <a:bodyPr/>
        <a:lstStyle/>
        <a:p>
          <a:endParaRPr lang="en-US"/>
        </a:p>
      </dgm:t>
    </dgm:pt>
    <dgm:pt modelId="{D073ADCA-5C5D-44A4-9719-386EBB06165E}" type="pres">
      <dgm:prSet presAssocID="{F62A2496-FF51-4F91-8162-31693872581D}" presName="cycle" presStyleCnt="0">
        <dgm:presLayoutVars>
          <dgm:dir/>
          <dgm:resizeHandles val="exact"/>
        </dgm:presLayoutVars>
      </dgm:prSet>
      <dgm:spPr/>
    </dgm:pt>
    <dgm:pt modelId="{DE7A83D0-CD12-490D-A071-ED6FBC5702F3}" type="pres">
      <dgm:prSet presAssocID="{490F700F-91BC-4537-B27E-F6FF98DB8911}" presName="dummy" presStyleCnt="0"/>
      <dgm:spPr/>
    </dgm:pt>
    <dgm:pt modelId="{4B539E7A-9DE1-4FD4-AAB6-833F0D84BAC1}" type="pres">
      <dgm:prSet presAssocID="{490F700F-91BC-4537-B27E-F6FF98DB8911}" presName="node" presStyleLbl="revTx" presStyleIdx="0" presStyleCnt="6">
        <dgm:presLayoutVars>
          <dgm:bulletEnabled val="1"/>
        </dgm:presLayoutVars>
      </dgm:prSet>
      <dgm:spPr/>
    </dgm:pt>
    <dgm:pt modelId="{58880275-CE80-4BD3-84E4-EE359E9EE99C}" type="pres">
      <dgm:prSet presAssocID="{29CD7494-3BF2-475B-916C-7186C930E30D}" presName="sibTrans" presStyleLbl="node1" presStyleIdx="0" presStyleCnt="6"/>
      <dgm:spPr/>
    </dgm:pt>
    <dgm:pt modelId="{4826BAFF-486D-4855-9DB1-3BE71E44FDEB}" type="pres">
      <dgm:prSet presAssocID="{BBAE9694-C773-4E77-948F-4403CC6F316B}" presName="dummy" presStyleCnt="0"/>
      <dgm:spPr/>
    </dgm:pt>
    <dgm:pt modelId="{B98BBB2B-6B96-4465-8B7D-334655807CBB}" type="pres">
      <dgm:prSet presAssocID="{BBAE9694-C773-4E77-948F-4403CC6F316B}" presName="node" presStyleLbl="revTx" presStyleIdx="1" presStyleCnt="6">
        <dgm:presLayoutVars>
          <dgm:bulletEnabled val="1"/>
        </dgm:presLayoutVars>
      </dgm:prSet>
      <dgm:spPr/>
    </dgm:pt>
    <dgm:pt modelId="{62A3DEBF-A781-4BED-B705-B6180EC6A51C}" type="pres">
      <dgm:prSet presAssocID="{D1BA96D1-D5D4-4FA5-89D2-530312C3B926}" presName="sibTrans" presStyleLbl="node1" presStyleIdx="1" presStyleCnt="6"/>
      <dgm:spPr/>
    </dgm:pt>
    <dgm:pt modelId="{48B1E32A-F52B-4D44-96B4-3143FD0AD8B4}" type="pres">
      <dgm:prSet presAssocID="{22227099-32C5-452A-82B9-4D34751C5513}" presName="dummy" presStyleCnt="0"/>
      <dgm:spPr/>
    </dgm:pt>
    <dgm:pt modelId="{843075B0-D6D3-4754-84C3-EA397CBA25EF}" type="pres">
      <dgm:prSet presAssocID="{22227099-32C5-452A-82B9-4D34751C5513}" presName="node" presStyleLbl="revTx" presStyleIdx="2" presStyleCnt="6">
        <dgm:presLayoutVars>
          <dgm:bulletEnabled val="1"/>
        </dgm:presLayoutVars>
      </dgm:prSet>
      <dgm:spPr/>
    </dgm:pt>
    <dgm:pt modelId="{59418D37-3FC5-41BA-BBC9-8C6AC87D4BD0}" type="pres">
      <dgm:prSet presAssocID="{E142594B-C464-4018-9A00-DCFFA263A219}" presName="sibTrans" presStyleLbl="node1" presStyleIdx="2" presStyleCnt="6"/>
      <dgm:spPr/>
    </dgm:pt>
    <dgm:pt modelId="{672B1B5A-7DE8-4565-A87C-D96BA3596891}" type="pres">
      <dgm:prSet presAssocID="{DECE4D21-48F0-4241-838E-81C58C8A9A11}" presName="dummy" presStyleCnt="0"/>
      <dgm:spPr/>
    </dgm:pt>
    <dgm:pt modelId="{FE29E908-7DDF-41AD-BA0E-30419FB7A4A5}" type="pres">
      <dgm:prSet presAssocID="{DECE4D21-48F0-4241-838E-81C58C8A9A11}" presName="node" presStyleLbl="revTx" presStyleIdx="3" presStyleCnt="6">
        <dgm:presLayoutVars>
          <dgm:bulletEnabled val="1"/>
        </dgm:presLayoutVars>
      </dgm:prSet>
      <dgm:spPr/>
    </dgm:pt>
    <dgm:pt modelId="{D5E2E55D-5BE8-420F-9E27-141A137E27F8}" type="pres">
      <dgm:prSet presAssocID="{EEA8BA38-A4A0-439E-B5F4-7BD65809F14A}" presName="sibTrans" presStyleLbl="node1" presStyleIdx="3" presStyleCnt="6"/>
      <dgm:spPr/>
    </dgm:pt>
    <dgm:pt modelId="{9F5A9947-33E5-4027-9951-706AA867FAF8}" type="pres">
      <dgm:prSet presAssocID="{3967B9ED-E16F-4712-A394-4B0AB693AF17}" presName="dummy" presStyleCnt="0"/>
      <dgm:spPr/>
    </dgm:pt>
    <dgm:pt modelId="{3A34FFBD-A2ED-4F19-93BA-D0B11387C03E}" type="pres">
      <dgm:prSet presAssocID="{3967B9ED-E16F-4712-A394-4B0AB693AF17}" presName="node" presStyleLbl="revTx" presStyleIdx="4" presStyleCnt="6">
        <dgm:presLayoutVars>
          <dgm:bulletEnabled val="1"/>
        </dgm:presLayoutVars>
      </dgm:prSet>
      <dgm:spPr/>
    </dgm:pt>
    <dgm:pt modelId="{F3ECC07A-CBA1-4952-9194-8E656C9B0D88}" type="pres">
      <dgm:prSet presAssocID="{8CDAA5E4-41CC-46D1-A184-E4981068229F}" presName="sibTrans" presStyleLbl="node1" presStyleIdx="4" presStyleCnt="6"/>
      <dgm:spPr/>
    </dgm:pt>
    <dgm:pt modelId="{6F03EDE9-3B7B-4953-A6FC-F22C262CDB52}" type="pres">
      <dgm:prSet presAssocID="{2C280D57-6537-4EE9-8AE9-3FE20E9CEE19}" presName="dummy" presStyleCnt="0"/>
      <dgm:spPr/>
    </dgm:pt>
    <dgm:pt modelId="{B543A972-EDB1-4D3C-91EE-D6672A335B02}" type="pres">
      <dgm:prSet presAssocID="{2C280D57-6537-4EE9-8AE9-3FE20E9CEE19}" presName="node" presStyleLbl="revTx" presStyleIdx="5" presStyleCnt="6">
        <dgm:presLayoutVars>
          <dgm:bulletEnabled val="1"/>
        </dgm:presLayoutVars>
      </dgm:prSet>
      <dgm:spPr/>
    </dgm:pt>
    <dgm:pt modelId="{7617E6C0-25A9-4933-97FF-5738A5D232DF}" type="pres">
      <dgm:prSet presAssocID="{DA3DBBD5-7AFE-41A4-AF01-FF554A05F59B}" presName="sibTrans" presStyleLbl="node1" presStyleIdx="5" presStyleCnt="6"/>
      <dgm:spPr/>
    </dgm:pt>
  </dgm:ptLst>
  <dgm:cxnLst>
    <dgm:cxn modelId="{EF909218-CD56-4B48-8B4E-0A08E7671AB5}" type="presOf" srcId="{3967B9ED-E16F-4712-A394-4B0AB693AF17}" destId="{3A34FFBD-A2ED-4F19-93BA-D0B11387C03E}" srcOrd="0" destOrd="0" presId="urn:microsoft.com/office/officeart/2005/8/layout/cycle1"/>
    <dgm:cxn modelId="{EB597335-51DA-421D-8B04-00D693EF5F7F}" type="presOf" srcId="{D1BA96D1-D5D4-4FA5-89D2-530312C3B926}" destId="{62A3DEBF-A781-4BED-B705-B6180EC6A51C}" srcOrd="0" destOrd="0" presId="urn:microsoft.com/office/officeart/2005/8/layout/cycle1"/>
    <dgm:cxn modelId="{F4D78766-15BA-4253-B460-BB7C31E311E2}" type="presOf" srcId="{490F700F-91BC-4537-B27E-F6FF98DB8911}" destId="{4B539E7A-9DE1-4FD4-AAB6-833F0D84BAC1}" srcOrd="0" destOrd="0" presId="urn:microsoft.com/office/officeart/2005/8/layout/cycle1"/>
    <dgm:cxn modelId="{B8909255-CB76-452A-9129-30AA96135823}" type="presOf" srcId="{22227099-32C5-452A-82B9-4D34751C5513}" destId="{843075B0-D6D3-4754-84C3-EA397CBA25EF}" srcOrd="0" destOrd="0" presId="urn:microsoft.com/office/officeart/2005/8/layout/cycle1"/>
    <dgm:cxn modelId="{6C6B007C-D36D-4B02-B4DB-3A42C017CC32}" type="presOf" srcId="{BBAE9694-C773-4E77-948F-4403CC6F316B}" destId="{B98BBB2B-6B96-4465-8B7D-334655807CBB}" srcOrd="0" destOrd="0" presId="urn:microsoft.com/office/officeart/2005/8/layout/cycle1"/>
    <dgm:cxn modelId="{87F91781-BDDC-4F4D-A8DA-205571DCF04B}" type="presOf" srcId="{EEA8BA38-A4A0-439E-B5F4-7BD65809F14A}" destId="{D5E2E55D-5BE8-420F-9E27-141A137E27F8}" srcOrd="0" destOrd="0" presId="urn:microsoft.com/office/officeart/2005/8/layout/cycle1"/>
    <dgm:cxn modelId="{8FCA8992-9F35-425D-9891-9A12F42372C7}" type="presOf" srcId="{8CDAA5E4-41CC-46D1-A184-E4981068229F}" destId="{F3ECC07A-CBA1-4952-9194-8E656C9B0D88}" srcOrd="0" destOrd="0" presId="urn:microsoft.com/office/officeart/2005/8/layout/cycle1"/>
    <dgm:cxn modelId="{E0280C94-3393-4ACC-AB23-9DAA380E00F3}" type="presOf" srcId="{29CD7494-3BF2-475B-916C-7186C930E30D}" destId="{58880275-CE80-4BD3-84E4-EE359E9EE99C}" srcOrd="0" destOrd="0" presId="urn:microsoft.com/office/officeart/2005/8/layout/cycle1"/>
    <dgm:cxn modelId="{4E75AB9B-D303-4B6E-A424-AD226605154B}" type="presOf" srcId="{E142594B-C464-4018-9A00-DCFFA263A219}" destId="{59418D37-3FC5-41BA-BBC9-8C6AC87D4BD0}" srcOrd="0" destOrd="0" presId="urn:microsoft.com/office/officeart/2005/8/layout/cycle1"/>
    <dgm:cxn modelId="{A1CF82B1-F765-4DCD-96F6-EEDFA8F6D497}" srcId="{F62A2496-FF51-4F91-8162-31693872581D}" destId="{2C280D57-6537-4EE9-8AE9-3FE20E9CEE19}" srcOrd="5" destOrd="0" parTransId="{1D622B2D-52D1-4A9F-AF7F-7BFBD6B76AD6}" sibTransId="{DA3DBBD5-7AFE-41A4-AF01-FF554A05F59B}"/>
    <dgm:cxn modelId="{F398A9B4-9785-4954-8C14-AEF99DAFB649}" srcId="{F62A2496-FF51-4F91-8162-31693872581D}" destId="{490F700F-91BC-4537-B27E-F6FF98DB8911}" srcOrd="0" destOrd="0" parTransId="{476913B6-96BD-475B-B3D3-9501C60C2311}" sibTransId="{29CD7494-3BF2-475B-916C-7186C930E30D}"/>
    <dgm:cxn modelId="{E39945B6-6B05-4290-92AE-878B8A451A8F}" srcId="{F62A2496-FF51-4F91-8162-31693872581D}" destId="{DECE4D21-48F0-4241-838E-81C58C8A9A11}" srcOrd="3" destOrd="0" parTransId="{B907F7A2-CCFA-411B-BB8A-F2ABF0484633}" sibTransId="{EEA8BA38-A4A0-439E-B5F4-7BD65809F14A}"/>
    <dgm:cxn modelId="{DBCA26BD-FA9F-4A20-BD3F-D924B1DB40AA}" type="presOf" srcId="{DA3DBBD5-7AFE-41A4-AF01-FF554A05F59B}" destId="{7617E6C0-25A9-4933-97FF-5738A5D232DF}" srcOrd="0" destOrd="0" presId="urn:microsoft.com/office/officeart/2005/8/layout/cycle1"/>
    <dgm:cxn modelId="{EE32F7C5-2F3B-4A6A-8D88-63491EB8C65D}" srcId="{F62A2496-FF51-4F91-8162-31693872581D}" destId="{BBAE9694-C773-4E77-948F-4403CC6F316B}" srcOrd="1" destOrd="0" parTransId="{12247404-8D5B-483C-9370-654B037BDD1B}" sibTransId="{D1BA96D1-D5D4-4FA5-89D2-530312C3B926}"/>
    <dgm:cxn modelId="{1586E5CA-38BB-47D5-A967-1B81E4CF4B18}" srcId="{F62A2496-FF51-4F91-8162-31693872581D}" destId="{22227099-32C5-452A-82B9-4D34751C5513}" srcOrd="2" destOrd="0" parTransId="{F768E886-97AC-4F16-843E-3290547EE910}" sibTransId="{E142594B-C464-4018-9A00-DCFFA263A219}"/>
    <dgm:cxn modelId="{B8117DD5-C2CD-41F7-88AA-C1CA022B294F}" srcId="{F62A2496-FF51-4F91-8162-31693872581D}" destId="{3967B9ED-E16F-4712-A394-4B0AB693AF17}" srcOrd="4" destOrd="0" parTransId="{787384B8-CD59-4D18-B340-92C977DF6D03}" sibTransId="{8CDAA5E4-41CC-46D1-A184-E4981068229F}"/>
    <dgm:cxn modelId="{CD2271E1-DD89-40B4-8EE4-778D8CC247B4}" type="presOf" srcId="{F62A2496-FF51-4F91-8162-31693872581D}" destId="{D073ADCA-5C5D-44A4-9719-386EBB06165E}" srcOrd="0" destOrd="0" presId="urn:microsoft.com/office/officeart/2005/8/layout/cycle1"/>
    <dgm:cxn modelId="{AFFE01E2-73E2-4F8E-A097-C00B001FEFFC}" type="presOf" srcId="{2C280D57-6537-4EE9-8AE9-3FE20E9CEE19}" destId="{B543A972-EDB1-4D3C-91EE-D6672A335B02}" srcOrd="0" destOrd="0" presId="urn:microsoft.com/office/officeart/2005/8/layout/cycle1"/>
    <dgm:cxn modelId="{2D00CAF7-FD53-4A48-BB79-5BA1F5421D03}" type="presOf" srcId="{DECE4D21-48F0-4241-838E-81C58C8A9A11}" destId="{FE29E908-7DDF-41AD-BA0E-30419FB7A4A5}" srcOrd="0" destOrd="0" presId="urn:microsoft.com/office/officeart/2005/8/layout/cycle1"/>
    <dgm:cxn modelId="{1B2D7186-0C63-4B9E-B265-64CE363F9D61}" type="presParOf" srcId="{D073ADCA-5C5D-44A4-9719-386EBB06165E}" destId="{DE7A83D0-CD12-490D-A071-ED6FBC5702F3}" srcOrd="0" destOrd="0" presId="urn:microsoft.com/office/officeart/2005/8/layout/cycle1"/>
    <dgm:cxn modelId="{D7247EAB-E04B-4C48-9E5E-1690FA2CFB88}" type="presParOf" srcId="{D073ADCA-5C5D-44A4-9719-386EBB06165E}" destId="{4B539E7A-9DE1-4FD4-AAB6-833F0D84BAC1}" srcOrd="1" destOrd="0" presId="urn:microsoft.com/office/officeart/2005/8/layout/cycle1"/>
    <dgm:cxn modelId="{ADEA5030-4EF9-49B0-A1E7-E7BA26D9F917}" type="presParOf" srcId="{D073ADCA-5C5D-44A4-9719-386EBB06165E}" destId="{58880275-CE80-4BD3-84E4-EE359E9EE99C}" srcOrd="2" destOrd="0" presId="urn:microsoft.com/office/officeart/2005/8/layout/cycle1"/>
    <dgm:cxn modelId="{0E23ADD3-7C6B-4D57-A06F-F39BF956CF8C}" type="presParOf" srcId="{D073ADCA-5C5D-44A4-9719-386EBB06165E}" destId="{4826BAFF-486D-4855-9DB1-3BE71E44FDEB}" srcOrd="3" destOrd="0" presId="urn:microsoft.com/office/officeart/2005/8/layout/cycle1"/>
    <dgm:cxn modelId="{2EF110AA-1281-4A8C-A759-3D0B9D3D2DB3}" type="presParOf" srcId="{D073ADCA-5C5D-44A4-9719-386EBB06165E}" destId="{B98BBB2B-6B96-4465-8B7D-334655807CBB}" srcOrd="4" destOrd="0" presId="urn:microsoft.com/office/officeart/2005/8/layout/cycle1"/>
    <dgm:cxn modelId="{0A16BE11-224D-447D-8D4F-D9B53F882408}" type="presParOf" srcId="{D073ADCA-5C5D-44A4-9719-386EBB06165E}" destId="{62A3DEBF-A781-4BED-B705-B6180EC6A51C}" srcOrd="5" destOrd="0" presId="urn:microsoft.com/office/officeart/2005/8/layout/cycle1"/>
    <dgm:cxn modelId="{3D6CBE65-A0EE-4F6C-B221-1DE2D23C04AE}" type="presParOf" srcId="{D073ADCA-5C5D-44A4-9719-386EBB06165E}" destId="{48B1E32A-F52B-4D44-96B4-3143FD0AD8B4}" srcOrd="6" destOrd="0" presId="urn:microsoft.com/office/officeart/2005/8/layout/cycle1"/>
    <dgm:cxn modelId="{9E386727-949D-4CD1-B7B2-CCA8547FFBC5}" type="presParOf" srcId="{D073ADCA-5C5D-44A4-9719-386EBB06165E}" destId="{843075B0-D6D3-4754-84C3-EA397CBA25EF}" srcOrd="7" destOrd="0" presId="urn:microsoft.com/office/officeart/2005/8/layout/cycle1"/>
    <dgm:cxn modelId="{7C5DBFCA-9B5C-46EF-9DCF-DE378E8168BA}" type="presParOf" srcId="{D073ADCA-5C5D-44A4-9719-386EBB06165E}" destId="{59418D37-3FC5-41BA-BBC9-8C6AC87D4BD0}" srcOrd="8" destOrd="0" presId="urn:microsoft.com/office/officeart/2005/8/layout/cycle1"/>
    <dgm:cxn modelId="{E8A98F73-2791-4428-A635-C559CED41F9C}" type="presParOf" srcId="{D073ADCA-5C5D-44A4-9719-386EBB06165E}" destId="{672B1B5A-7DE8-4565-A87C-D96BA3596891}" srcOrd="9" destOrd="0" presId="urn:microsoft.com/office/officeart/2005/8/layout/cycle1"/>
    <dgm:cxn modelId="{EC7B94E8-A118-4A88-BD62-E99B05D9EEA0}" type="presParOf" srcId="{D073ADCA-5C5D-44A4-9719-386EBB06165E}" destId="{FE29E908-7DDF-41AD-BA0E-30419FB7A4A5}" srcOrd="10" destOrd="0" presId="urn:microsoft.com/office/officeart/2005/8/layout/cycle1"/>
    <dgm:cxn modelId="{FB0E4AD8-F381-43CC-86CF-536494B99ABF}" type="presParOf" srcId="{D073ADCA-5C5D-44A4-9719-386EBB06165E}" destId="{D5E2E55D-5BE8-420F-9E27-141A137E27F8}" srcOrd="11" destOrd="0" presId="urn:microsoft.com/office/officeart/2005/8/layout/cycle1"/>
    <dgm:cxn modelId="{CEF5E206-B87F-4F80-AD98-9C97B67F1FCA}" type="presParOf" srcId="{D073ADCA-5C5D-44A4-9719-386EBB06165E}" destId="{9F5A9947-33E5-4027-9951-706AA867FAF8}" srcOrd="12" destOrd="0" presId="urn:microsoft.com/office/officeart/2005/8/layout/cycle1"/>
    <dgm:cxn modelId="{B075EB04-CCD0-4670-B008-729123D1C4FF}" type="presParOf" srcId="{D073ADCA-5C5D-44A4-9719-386EBB06165E}" destId="{3A34FFBD-A2ED-4F19-93BA-D0B11387C03E}" srcOrd="13" destOrd="0" presId="urn:microsoft.com/office/officeart/2005/8/layout/cycle1"/>
    <dgm:cxn modelId="{0F4ED8CC-14EC-41F7-B2FA-180D84F16DED}" type="presParOf" srcId="{D073ADCA-5C5D-44A4-9719-386EBB06165E}" destId="{F3ECC07A-CBA1-4952-9194-8E656C9B0D88}" srcOrd="14" destOrd="0" presId="urn:microsoft.com/office/officeart/2005/8/layout/cycle1"/>
    <dgm:cxn modelId="{40504B8C-0B40-4EA5-8D73-F1FB1A90381E}" type="presParOf" srcId="{D073ADCA-5C5D-44A4-9719-386EBB06165E}" destId="{6F03EDE9-3B7B-4953-A6FC-F22C262CDB52}" srcOrd="15" destOrd="0" presId="urn:microsoft.com/office/officeart/2005/8/layout/cycle1"/>
    <dgm:cxn modelId="{3D49C6AA-F92C-449D-B70D-655BB7995D80}" type="presParOf" srcId="{D073ADCA-5C5D-44A4-9719-386EBB06165E}" destId="{B543A972-EDB1-4D3C-91EE-D6672A335B02}" srcOrd="16" destOrd="0" presId="urn:microsoft.com/office/officeart/2005/8/layout/cycle1"/>
    <dgm:cxn modelId="{E76C254C-B1BD-4066-8965-11C5871A4D40}" type="presParOf" srcId="{D073ADCA-5C5D-44A4-9719-386EBB06165E}" destId="{7617E6C0-25A9-4933-97FF-5738A5D232DF}" srcOrd="17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68957FE-5B85-48B5-ABB7-E5CF48FFD6C1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89A2032-1D00-4D0D-B8C3-FD9AB131E125}">
      <dgm:prSet/>
      <dgm:spPr/>
      <dgm:t>
        <a:bodyPr/>
        <a:lstStyle/>
        <a:p>
          <a:r>
            <a:rPr lang="en-US"/>
            <a:t>• Criação do repositório</a:t>
          </a:r>
        </a:p>
      </dgm:t>
    </dgm:pt>
    <dgm:pt modelId="{4CF9BD7E-BFA7-4CE1-A5E6-83D9D232E5A4}" type="parTrans" cxnId="{20B01B1A-1506-4C89-A88D-7993405799F1}">
      <dgm:prSet/>
      <dgm:spPr/>
      <dgm:t>
        <a:bodyPr/>
        <a:lstStyle/>
        <a:p>
          <a:endParaRPr lang="en-US"/>
        </a:p>
      </dgm:t>
    </dgm:pt>
    <dgm:pt modelId="{7D4FC1CC-4115-4FBA-83E6-684ED91FDC36}" type="sibTrans" cxnId="{20B01B1A-1506-4C89-A88D-7993405799F1}">
      <dgm:prSet/>
      <dgm:spPr/>
      <dgm:t>
        <a:bodyPr/>
        <a:lstStyle/>
        <a:p>
          <a:endParaRPr lang="en-US"/>
        </a:p>
      </dgm:t>
    </dgm:pt>
    <dgm:pt modelId="{4432BCCA-2971-405E-A0E5-63DB986485EB}">
      <dgm:prSet/>
      <dgm:spPr/>
      <dgm:t>
        <a:bodyPr/>
        <a:lstStyle/>
        <a:p>
          <a:r>
            <a:rPr lang="en-US"/>
            <a:t>• Estrutura inicial: frontend/backend</a:t>
          </a:r>
        </a:p>
      </dgm:t>
    </dgm:pt>
    <dgm:pt modelId="{B5C8966F-C48D-4EA1-B4BC-ABA2B4BCC13D}" type="parTrans" cxnId="{7D590B40-61E9-460A-8187-63A49BDF9B8D}">
      <dgm:prSet/>
      <dgm:spPr/>
      <dgm:t>
        <a:bodyPr/>
        <a:lstStyle/>
        <a:p>
          <a:endParaRPr lang="en-US"/>
        </a:p>
      </dgm:t>
    </dgm:pt>
    <dgm:pt modelId="{01D59617-8E20-4FF7-8397-19C6CBC29129}" type="sibTrans" cxnId="{7D590B40-61E9-460A-8187-63A49BDF9B8D}">
      <dgm:prSet/>
      <dgm:spPr/>
      <dgm:t>
        <a:bodyPr/>
        <a:lstStyle/>
        <a:p>
          <a:endParaRPr lang="en-US"/>
        </a:p>
      </dgm:t>
    </dgm:pt>
    <dgm:pt modelId="{D76C9E34-CBEA-434D-B5DD-7B8D5FE9B311}">
      <dgm:prSet/>
      <dgm:spPr/>
      <dgm:t>
        <a:bodyPr/>
        <a:lstStyle/>
        <a:p>
          <a:r>
            <a:rPr lang="en-US"/>
            <a:t>• Branches: main, dev, feature/*</a:t>
          </a:r>
        </a:p>
      </dgm:t>
    </dgm:pt>
    <dgm:pt modelId="{D7E9F72D-EE1C-4886-98AE-912AA98F16A3}" type="parTrans" cxnId="{735950A5-25C5-4564-9803-22738AEC8F26}">
      <dgm:prSet/>
      <dgm:spPr/>
      <dgm:t>
        <a:bodyPr/>
        <a:lstStyle/>
        <a:p>
          <a:endParaRPr lang="en-US"/>
        </a:p>
      </dgm:t>
    </dgm:pt>
    <dgm:pt modelId="{C68502FE-AF91-4793-BB53-91AEFC88588C}" type="sibTrans" cxnId="{735950A5-25C5-4564-9803-22738AEC8F26}">
      <dgm:prSet/>
      <dgm:spPr/>
      <dgm:t>
        <a:bodyPr/>
        <a:lstStyle/>
        <a:p>
          <a:endParaRPr lang="en-US"/>
        </a:p>
      </dgm:t>
    </dgm:pt>
    <dgm:pt modelId="{BC36F872-2958-449C-BC9D-90AE1F951F15}">
      <dgm:prSet/>
      <dgm:spPr/>
      <dgm:t>
        <a:bodyPr/>
        <a:lstStyle/>
        <a:p>
          <a:r>
            <a:rPr lang="en-US"/>
            <a:t>• Adição de colaboradores</a:t>
          </a:r>
        </a:p>
      </dgm:t>
    </dgm:pt>
    <dgm:pt modelId="{14850399-A2F4-4C77-9666-88C53E523187}" type="parTrans" cxnId="{4011F08A-2DF2-4CE6-9526-63E52577EB0A}">
      <dgm:prSet/>
      <dgm:spPr/>
      <dgm:t>
        <a:bodyPr/>
        <a:lstStyle/>
        <a:p>
          <a:endParaRPr lang="en-US"/>
        </a:p>
      </dgm:t>
    </dgm:pt>
    <dgm:pt modelId="{0BB28372-798F-4C4A-B10A-D50C45E2E842}" type="sibTrans" cxnId="{4011F08A-2DF2-4CE6-9526-63E52577EB0A}">
      <dgm:prSet/>
      <dgm:spPr/>
      <dgm:t>
        <a:bodyPr/>
        <a:lstStyle/>
        <a:p>
          <a:endParaRPr lang="en-US"/>
        </a:p>
      </dgm:t>
    </dgm:pt>
    <dgm:pt modelId="{C7EF9800-ABCE-4BA8-BF6E-FFE9834DD2F1}" type="pres">
      <dgm:prSet presAssocID="{D68957FE-5B85-48B5-ABB7-E5CF48FFD6C1}" presName="diagram" presStyleCnt="0">
        <dgm:presLayoutVars>
          <dgm:dir/>
          <dgm:resizeHandles val="exact"/>
        </dgm:presLayoutVars>
      </dgm:prSet>
      <dgm:spPr/>
    </dgm:pt>
    <dgm:pt modelId="{D1B101BE-6AD9-428F-8944-AEE9942AE3E2}" type="pres">
      <dgm:prSet presAssocID="{B89A2032-1D00-4D0D-B8C3-FD9AB131E125}" presName="node" presStyleLbl="node1" presStyleIdx="0" presStyleCnt="4">
        <dgm:presLayoutVars>
          <dgm:bulletEnabled val="1"/>
        </dgm:presLayoutVars>
      </dgm:prSet>
      <dgm:spPr/>
    </dgm:pt>
    <dgm:pt modelId="{B0121B3F-3FA0-4E6F-BDCD-51D82B6BE6FE}" type="pres">
      <dgm:prSet presAssocID="{7D4FC1CC-4115-4FBA-83E6-684ED91FDC36}" presName="sibTrans" presStyleCnt="0"/>
      <dgm:spPr/>
    </dgm:pt>
    <dgm:pt modelId="{F1112778-A03C-4718-AF1C-11149154BDBB}" type="pres">
      <dgm:prSet presAssocID="{4432BCCA-2971-405E-A0E5-63DB986485EB}" presName="node" presStyleLbl="node1" presStyleIdx="1" presStyleCnt="4">
        <dgm:presLayoutVars>
          <dgm:bulletEnabled val="1"/>
        </dgm:presLayoutVars>
      </dgm:prSet>
      <dgm:spPr/>
    </dgm:pt>
    <dgm:pt modelId="{438AE1C0-25B3-4DB4-84CA-392030708CC2}" type="pres">
      <dgm:prSet presAssocID="{01D59617-8E20-4FF7-8397-19C6CBC29129}" presName="sibTrans" presStyleCnt="0"/>
      <dgm:spPr/>
    </dgm:pt>
    <dgm:pt modelId="{3B5BC1CE-842C-4EFF-AE02-B7E72B04093F}" type="pres">
      <dgm:prSet presAssocID="{D76C9E34-CBEA-434D-B5DD-7B8D5FE9B311}" presName="node" presStyleLbl="node1" presStyleIdx="2" presStyleCnt="4">
        <dgm:presLayoutVars>
          <dgm:bulletEnabled val="1"/>
        </dgm:presLayoutVars>
      </dgm:prSet>
      <dgm:spPr/>
    </dgm:pt>
    <dgm:pt modelId="{3E78290C-03E9-4998-92F5-5E47895365AA}" type="pres">
      <dgm:prSet presAssocID="{C68502FE-AF91-4793-BB53-91AEFC88588C}" presName="sibTrans" presStyleCnt="0"/>
      <dgm:spPr/>
    </dgm:pt>
    <dgm:pt modelId="{0BC9B9B3-58EA-4AD1-8830-89586F64B62B}" type="pres">
      <dgm:prSet presAssocID="{BC36F872-2958-449C-BC9D-90AE1F951F15}" presName="node" presStyleLbl="node1" presStyleIdx="3" presStyleCnt="4">
        <dgm:presLayoutVars>
          <dgm:bulletEnabled val="1"/>
        </dgm:presLayoutVars>
      </dgm:prSet>
      <dgm:spPr/>
    </dgm:pt>
  </dgm:ptLst>
  <dgm:cxnLst>
    <dgm:cxn modelId="{20B01B1A-1506-4C89-A88D-7993405799F1}" srcId="{D68957FE-5B85-48B5-ABB7-E5CF48FFD6C1}" destId="{B89A2032-1D00-4D0D-B8C3-FD9AB131E125}" srcOrd="0" destOrd="0" parTransId="{4CF9BD7E-BFA7-4CE1-A5E6-83D9D232E5A4}" sibTransId="{7D4FC1CC-4115-4FBA-83E6-684ED91FDC36}"/>
    <dgm:cxn modelId="{7D590B40-61E9-460A-8187-63A49BDF9B8D}" srcId="{D68957FE-5B85-48B5-ABB7-E5CF48FFD6C1}" destId="{4432BCCA-2971-405E-A0E5-63DB986485EB}" srcOrd="1" destOrd="0" parTransId="{B5C8966F-C48D-4EA1-B4BC-ABA2B4BCC13D}" sibTransId="{01D59617-8E20-4FF7-8397-19C6CBC29129}"/>
    <dgm:cxn modelId="{427E1250-B2FA-40E9-AF61-14C9E066C6A7}" type="presOf" srcId="{BC36F872-2958-449C-BC9D-90AE1F951F15}" destId="{0BC9B9B3-58EA-4AD1-8830-89586F64B62B}" srcOrd="0" destOrd="0" presId="urn:microsoft.com/office/officeart/2005/8/layout/default"/>
    <dgm:cxn modelId="{68865E55-5ECD-474A-B836-0B1880D5D32B}" type="presOf" srcId="{B89A2032-1D00-4D0D-B8C3-FD9AB131E125}" destId="{D1B101BE-6AD9-428F-8944-AEE9942AE3E2}" srcOrd="0" destOrd="0" presId="urn:microsoft.com/office/officeart/2005/8/layout/default"/>
    <dgm:cxn modelId="{4011F08A-2DF2-4CE6-9526-63E52577EB0A}" srcId="{D68957FE-5B85-48B5-ABB7-E5CF48FFD6C1}" destId="{BC36F872-2958-449C-BC9D-90AE1F951F15}" srcOrd="3" destOrd="0" parTransId="{14850399-A2F4-4C77-9666-88C53E523187}" sibTransId="{0BB28372-798F-4C4A-B10A-D50C45E2E842}"/>
    <dgm:cxn modelId="{735950A5-25C5-4564-9803-22738AEC8F26}" srcId="{D68957FE-5B85-48B5-ABB7-E5CF48FFD6C1}" destId="{D76C9E34-CBEA-434D-B5DD-7B8D5FE9B311}" srcOrd="2" destOrd="0" parTransId="{D7E9F72D-EE1C-4886-98AE-912AA98F16A3}" sibTransId="{C68502FE-AF91-4793-BB53-91AEFC88588C}"/>
    <dgm:cxn modelId="{846BC0A8-D0DF-4296-AB46-0B6E5981D297}" type="presOf" srcId="{D76C9E34-CBEA-434D-B5DD-7B8D5FE9B311}" destId="{3B5BC1CE-842C-4EFF-AE02-B7E72B04093F}" srcOrd="0" destOrd="0" presId="urn:microsoft.com/office/officeart/2005/8/layout/default"/>
    <dgm:cxn modelId="{4A8BD6DB-6101-4D95-8C72-2D44E9DF0627}" type="presOf" srcId="{D68957FE-5B85-48B5-ABB7-E5CF48FFD6C1}" destId="{C7EF9800-ABCE-4BA8-BF6E-FFE9834DD2F1}" srcOrd="0" destOrd="0" presId="urn:microsoft.com/office/officeart/2005/8/layout/default"/>
    <dgm:cxn modelId="{24DD14E3-8521-4FF6-B3E0-3FC96E42C198}" type="presOf" srcId="{4432BCCA-2971-405E-A0E5-63DB986485EB}" destId="{F1112778-A03C-4718-AF1C-11149154BDBB}" srcOrd="0" destOrd="0" presId="urn:microsoft.com/office/officeart/2005/8/layout/default"/>
    <dgm:cxn modelId="{14004336-082F-4085-9CB9-33F52C486879}" type="presParOf" srcId="{C7EF9800-ABCE-4BA8-BF6E-FFE9834DD2F1}" destId="{D1B101BE-6AD9-428F-8944-AEE9942AE3E2}" srcOrd="0" destOrd="0" presId="urn:microsoft.com/office/officeart/2005/8/layout/default"/>
    <dgm:cxn modelId="{F8098119-60CA-4363-9788-511D043CB755}" type="presParOf" srcId="{C7EF9800-ABCE-4BA8-BF6E-FFE9834DD2F1}" destId="{B0121B3F-3FA0-4E6F-BDCD-51D82B6BE6FE}" srcOrd="1" destOrd="0" presId="urn:microsoft.com/office/officeart/2005/8/layout/default"/>
    <dgm:cxn modelId="{1371D570-7CC4-4E5C-8BB3-A95EDB046FA7}" type="presParOf" srcId="{C7EF9800-ABCE-4BA8-BF6E-FFE9834DD2F1}" destId="{F1112778-A03C-4718-AF1C-11149154BDBB}" srcOrd="2" destOrd="0" presId="urn:microsoft.com/office/officeart/2005/8/layout/default"/>
    <dgm:cxn modelId="{D31987AC-87E0-4E4A-B6C1-ED0BD5E7249A}" type="presParOf" srcId="{C7EF9800-ABCE-4BA8-BF6E-FFE9834DD2F1}" destId="{438AE1C0-25B3-4DB4-84CA-392030708CC2}" srcOrd="3" destOrd="0" presId="urn:microsoft.com/office/officeart/2005/8/layout/default"/>
    <dgm:cxn modelId="{A0E5B473-7022-43AC-B1B8-FB46EFAC0A60}" type="presParOf" srcId="{C7EF9800-ABCE-4BA8-BF6E-FFE9834DD2F1}" destId="{3B5BC1CE-842C-4EFF-AE02-B7E72B04093F}" srcOrd="4" destOrd="0" presId="urn:microsoft.com/office/officeart/2005/8/layout/default"/>
    <dgm:cxn modelId="{D138E33B-BC7C-430B-B2A1-16D510E446C6}" type="presParOf" srcId="{C7EF9800-ABCE-4BA8-BF6E-FFE9834DD2F1}" destId="{3E78290C-03E9-4998-92F5-5E47895365AA}" srcOrd="5" destOrd="0" presId="urn:microsoft.com/office/officeart/2005/8/layout/default"/>
    <dgm:cxn modelId="{8E3DF1DA-62A7-4076-BD09-BC0FDDE3B251}" type="presParOf" srcId="{C7EF9800-ABCE-4BA8-BF6E-FFE9834DD2F1}" destId="{0BC9B9B3-58EA-4AD1-8830-89586F64B62B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75EE3-E48E-489F-A51E-D55DE34FAF68}">
      <dsp:nvSpPr>
        <dsp:cNvPr id="0" name=""/>
        <dsp:cNvSpPr/>
      </dsp:nvSpPr>
      <dsp:spPr>
        <a:xfrm>
          <a:off x="0" y="3656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Levantamento de requisitos (FURPS+)</a:t>
          </a:r>
          <a:endParaRPr lang="en-US" sz="2100" kern="1200"/>
        </a:p>
      </dsp:txBody>
      <dsp:txXfrm>
        <a:off x="24588" y="61149"/>
        <a:ext cx="8180424" cy="454509"/>
      </dsp:txXfrm>
    </dsp:sp>
    <dsp:sp modelId="{23E24AE8-1932-4BAC-B142-F0719FF227F4}">
      <dsp:nvSpPr>
        <dsp:cNvPr id="0" name=""/>
        <dsp:cNvSpPr/>
      </dsp:nvSpPr>
      <dsp:spPr>
        <a:xfrm>
          <a:off x="0" y="60072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Atualização do Diagrama de Use Cases</a:t>
          </a:r>
          <a:endParaRPr lang="en-US" sz="2100" kern="1200"/>
        </a:p>
      </dsp:txBody>
      <dsp:txXfrm>
        <a:off x="24588" y="625314"/>
        <a:ext cx="8180424" cy="454509"/>
      </dsp:txXfrm>
    </dsp:sp>
    <dsp:sp modelId="{A3A1B0B6-E841-4579-8F64-0F0543BA4A97}">
      <dsp:nvSpPr>
        <dsp:cNvPr id="0" name=""/>
        <dsp:cNvSpPr/>
      </dsp:nvSpPr>
      <dsp:spPr>
        <a:xfrm>
          <a:off x="0" y="116489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Cenário UC Executar Simulação</a:t>
          </a:r>
          <a:endParaRPr lang="en-US" sz="2100" kern="1200"/>
        </a:p>
      </dsp:txBody>
      <dsp:txXfrm>
        <a:off x="24588" y="1189479"/>
        <a:ext cx="8180424" cy="454509"/>
      </dsp:txXfrm>
    </dsp:sp>
    <dsp:sp modelId="{E8BEF1E6-0871-417C-9AAC-443CF9692624}">
      <dsp:nvSpPr>
        <dsp:cNvPr id="0" name=""/>
        <dsp:cNvSpPr/>
      </dsp:nvSpPr>
      <dsp:spPr>
        <a:xfrm>
          <a:off x="0" y="172905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Fluxograma do UC</a:t>
          </a:r>
          <a:endParaRPr lang="en-US" sz="2100" kern="1200"/>
        </a:p>
      </dsp:txBody>
      <dsp:txXfrm>
        <a:off x="24588" y="1753644"/>
        <a:ext cx="8180424" cy="454509"/>
      </dsp:txXfrm>
    </dsp:sp>
    <dsp:sp modelId="{8B8EF8A3-AB8F-4DEE-89E1-FAE23D0656BF}">
      <dsp:nvSpPr>
        <dsp:cNvPr id="0" name=""/>
        <dsp:cNvSpPr/>
      </dsp:nvSpPr>
      <dsp:spPr>
        <a:xfrm>
          <a:off x="0" y="229322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Repositório GitHub</a:t>
          </a:r>
          <a:endParaRPr lang="en-US" sz="2100" kern="1200"/>
        </a:p>
      </dsp:txBody>
      <dsp:txXfrm>
        <a:off x="24588" y="2317809"/>
        <a:ext cx="8180424" cy="454509"/>
      </dsp:txXfrm>
    </dsp:sp>
    <dsp:sp modelId="{D1F945E9-E44F-49D8-B062-B8E49A724451}">
      <dsp:nvSpPr>
        <dsp:cNvPr id="0" name=""/>
        <dsp:cNvSpPr/>
      </dsp:nvSpPr>
      <dsp:spPr>
        <a:xfrm>
          <a:off x="0" y="285738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Modelo Relacional</a:t>
          </a:r>
          <a:endParaRPr lang="en-US" sz="2100" kern="1200"/>
        </a:p>
      </dsp:txBody>
      <dsp:txXfrm>
        <a:off x="24588" y="2881974"/>
        <a:ext cx="8180424" cy="454509"/>
      </dsp:txXfrm>
    </dsp:sp>
    <dsp:sp modelId="{8D51BB22-CB06-45D2-BFCB-A2C5B29C561A}">
      <dsp:nvSpPr>
        <dsp:cNvPr id="0" name=""/>
        <dsp:cNvSpPr/>
      </dsp:nvSpPr>
      <dsp:spPr>
        <a:xfrm>
          <a:off x="0" y="342155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Modelo de Domínio</a:t>
          </a:r>
          <a:endParaRPr lang="en-US" sz="2100" kern="1200"/>
        </a:p>
      </dsp:txBody>
      <dsp:txXfrm>
        <a:off x="24588" y="3446139"/>
        <a:ext cx="8180424" cy="454509"/>
      </dsp:txXfrm>
    </dsp:sp>
    <dsp:sp modelId="{12F575F2-C1A2-4DF2-9BF3-C84D1EC6602B}">
      <dsp:nvSpPr>
        <dsp:cNvPr id="0" name=""/>
        <dsp:cNvSpPr/>
      </dsp:nvSpPr>
      <dsp:spPr>
        <a:xfrm>
          <a:off x="0" y="398571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Dicionário de Dados</a:t>
          </a:r>
          <a:endParaRPr lang="en-US" sz="2100" kern="1200"/>
        </a:p>
      </dsp:txBody>
      <dsp:txXfrm>
        <a:off x="24588" y="4010304"/>
        <a:ext cx="8180424" cy="4545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539E7A-9DE1-4FD4-AAB6-833F0D84BAC1}">
      <dsp:nvSpPr>
        <dsp:cNvPr id="0" name=""/>
        <dsp:cNvSpPr/>
      </dsp:nvSpPr>
      <dsp:spPr>
        <a:xfrm>
          <a:off x="4625648" y="11139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1. Introduzir parâmetros</a:t>
          </a:r>
        </a:p>
      </dsp:txBody>
      <dsp:txXfrm>
        <a:off x="4625648" y="11139"/>
        <a:ext cx="857404" cy="857404"/>
      </dsp:txXfrm>
    </dsp:sp>
    <dsp:sp modelId="{58880275-CE80-4BD3-84E4-EE359E9EE99C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20572477"/>
            <a:gd name="adj4" fmla="val 18983738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8BBB2B-6B96-4465-8B7D-334655807CBB}">
      <dsp:nvSpPr>
        <dsp:cNvPr id="0" name=""/>
        <dsp:cNvSpPr/>
      </dsp:nvSpPr>
      <dsp:spPr>
        <a:xfrm>
          <a:off x="5582064" y="166770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2. Validar dados</a:t>
          </a:r>
        </a:p>
      </dsp:txBody>
      <dsp:txXfrm>
        <a:off x="5582064" y="1667700"/>
        <a:ext cx="857404" cy="857404"/>
      </dsp:txXfrm>
    </dsp:sp>
    <dsp:sp modelId="{62A3DEBF-A781-4BED-B705-B6180EC6A51C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2365805"/>
            <a:gd name="adj4" fmla="val 777066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075B0-D6D3-4754-84C3-EA397CBA25EF}">
      <dsp:nvSpPr>
        <dsp:cNvPr id="0" name=""/>
        <dsp:cNvSpPr/>
      </dsp:nvSpPr>
      <dsp:spPr>
        <a:xfrm>
          <a:off x="4625648" y="332426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3. </a:t>
          </a:r>
          <a:r>
            <a:rPr lang="en-US" sz="1300" kern="1200" dirty="0" err="1"/>
            <a:t>Executar</a:t>
          </a:r>
          <a:r>
            <a:rPr lang="en-US" sz="1300" kern="1200" dirty="0"/>
            <a:t> </a:t>
          </a:r>
          <a:r>
            <a:rPr lang="en-US" sz="1300" kern="1200" dirty="0" err="1"/>
            <a:t>modelo</a:t>
          </a:r>
          <a:r>
            <a:rPr lang="en-US" sz="1300" kern="1200" dirty="0"/>
            <a:t> SIR</a:t>
          </a:r>
        </a:p>
      </dsp:txBody>
      <dsp:txXfrm>
        <a:off x="4625648" y="3324260"/>
        <a:ext cx="857404" cy="857404"/>
      </dsp:txXfrm>
    </dsp:sp>
    <dsp:sp modelId="{59418D37-3FC5-41BA-BBC9-8C6AC87D4BD0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6110413"/>
            <a:gd name="adj4" fmla="val 4439130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29E908-7DDF-41AD-BA0E-30419FB7A4A5}">
      <dsp:nvSpPr>
        <dsp:cNvPr id="0" name=""/>
        <dsp:cNvSpPr/>
      </dsp:nvSpPr>
      <dsp:spPr>
        <a:xfrm>
          <a:off x="2712817" y="332426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4. Guardar resultados</a:t>
          </a:r>
        </a:p>
      </dsp:txBody>
      <dsp:txXfrm>
        <a:off x="2712817" y="3324260"/>
        <a:ext cx="857404" cy="857404"/>
      </dsp:txXfrm>
    </dsp:sp>
    <dsp:sp modelId="{D5E2E55D-5BE8-420F-9E27-141A137E27F8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9772477"/>
            <a:gd name="adj4" fmla="val 8183738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34FFBD-A2ED-4F19-93BA-D0B11387C03E}">
      <dsp:nvSpPr>
        <dsp:cNvPr id="0" name=""/>
        <dsp:cNvSpPr/>
      </dsp:nvSpPr>
      <dsp:spPr>
        <a:xfrm>
          <a:off x="1756401" y="166770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5. Calcular Rt</a:t>
          </a:r>
        </a:p>
      </dsp:txBody>
      <dsp:txXfrm>
        <a:off x="1756401" y="1667700"/>
        <a:ext cx="857404" cy="857404"/>
      </dsp:txXfrm>
    </dsp:sp>
    <dsp:sp modelId="{F3ECC07A-CBA1-4952-9194-8E656C9B0D88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13165805"/>
            <a:gd name="adj4" fmla="val 11577066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43A972-EDB1-4D3C-91EE-D6672A335B02}">
      <dsp:nvSpPr>
        <dsp:cNvPr id="0" name=""/>
        <dsp:cNvSpPr/>
      </dsp:nvSpPr>
      <dsp:spPr>
        <a:xfrm>
          <a:off x="2712817" y="11139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6. Exibir gráficos</a:t>
          </a:r>
        </a:p>
      </dsp:txBody>
      <dsp:txXfrm>
        <a:off x="2712817" y="11139"/>
        <a:ext cx="857404" cy="857404"/>
      </dsp:txXfrm>
    </dsp:sp>
    <dsp:sp modelId="{7617E6C0-25A9-4933-97FF-5738A5D232DF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16910413"/>
            <a:gd name="adj4" fmla="val 15239130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B101BE-6AD9-428F-8944-AEE9942AE3E2}">
      <dsp:nvSpPr>
        <dsp:cNvPr id="0" name=""/>
        <dsp:cNvSpPr/>
      </dsp:nvSpPr>
      <dsp:spPr>
        <a:xfrm>
          <a:off x="715337" y="2413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Criação do repositório</a:t>
          </a:r>
        </a:p>
      </dsp:txBody>
      <dsp:txXfrm>
        <a:off x="715337" y="2413"/>
        <a:ext cx="3221521" cy="1932912"/>
      </dsp:txXfrm>
    </dsp:sp>
    <dsp:sp modelId="{F1112778-A03C-4718-AF1C-11149154BDBB}">
      <dsp:nvSpPr>
        <dsp:cNvPr id="0" name=""/>
        <dsp:cNvSpPr/>
      </dsp:nvSpPr>
      <dsp:spPr>
        <a:xfrm>
          <a:off x="4259011" y="2413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Estrutura inicial: frontend/backend</a:t>
          </a:r>
        </a:p>
      </dsp:txBody>
      <dsp:txXfrm>
        <a:off x="4259011" y="2413"/>
        <a:ext cx="3221521" cy="1932912"/>
      </dsp:txXfrm>
    </dsp:sp>
    <dsp:sp modelId="{3B5BC1CE-842C-4EFF-AE02-B7E72B04093F}">
      <dsp:nvSpPr>
        <dsp:cNvPr id="0" name=""/>
        <dsp:cNvSpPr/>
      </dsp:nvSpPr>
      <dsp:spPr>
        <a:xfrm>
          <a:off x="715337" y="2257478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Branches: main, dev, feature/*</a:t>
          </a:r>
        </a:p>
      </dsp:txBody>
      <dsp:txXfrm>
        <a:off x="715337" y="2257478"/>
        <a:ext cx="3221521" cy="1932912"/>
      </dsp:txXfrm>
    </dsp:sp>
    <dsp:sp modelId="{0BC9B9B3-58EA-4AD1-8830-89586F64B62B}">
      <dsp:nvSpPr>
        <dsp:cNvPr id="0" name=""/>
        <dsp:cNvSpPr/>
      </dsp:nvSpPr>
      <dsp:spPr>
        <a:xfrm>
          <a:off x="4259011" y="2257478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Adição de colaboradores</a:t>
          </a:r>
        </a:p>
      </dsp:txBody>
      <dsp:txXfrm>
        <a:off x="4259011" y="2257478"/>
        <a:ext cx="3221521" cy="19329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83B18F-144D-D84C-2398-B61EB541E6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3CFADB-9FE7-416E-B244-5B418BEE944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9C310D-03E8-483D-AC56-F57A8FB6AB16}" type="datetime1">
              <a:rPr lang="pt-PT" smtClean="0"/>
              <a:t>28/11/2025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E28714-9AF9-205B-9898-0508B7EA2F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D7151B-0EF8-3B8A-3AC8-786B35833D2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FF4353-06AC-4106-B675-419DDCB8A8B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230946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3B1C9-B4B3-4CCC-BC6E-74DCCE3FB3EE}" type="datetime1">
              <a:rPr lang="pt-PT" smtClean="0"/>
              <a:t>28/11/2025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0AB62B-6A6B-46DF-98A5-882E6EF10A7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58137336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7BA1F-2239-4C0F-BE48-CD89D1DD363E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709D-3C74-4EBF-A55F-C90B1C8B1800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9535-4AA0-41D1-B2E5-9BEE0B59D714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F4B9E-9DFD-46A7-8E48-FBF6E2A0868F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DEC-BEAA-4B44-90BB-551F9214F82B}" type="datetime1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0EDA7-8730-4071-92B5-44EB7B363D29}" type="datetime1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DC671-4D91-4652-9012-6916315C6C17}" type="datetime1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13232-02BB-4B46-80D7-54FE3900E87B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B3CFA-2BD6-4750-8CCD-16208CD686CC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4956A-5289-4417-9EC7-4142E24DC345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1066-FD42-44FC-98E7-1BBC508E90E2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47A26E45-2A9B-4E93-974F-28DBF783017A}" type="datetime1">
              <a:rPr lang="en-US" sz="12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11/28/2025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E01378-CC15-4D8B-8204-B1AE78DF40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83289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6B8BC9-DE28-437B-B5AE-D1609A43BCB2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900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70000">
              <a:schemeClr val="accent1">
                <a:lumMod val="45000"/>
                <a:lumOff val="55000"/>
              </a:schemeClr>
            </a:gs>
            <a:gs pos="76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82220" y="3054503"/>
            <a:ext cx="7934548" cy="1493586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/>
          <a:p>
            <a:r>
              <a:rPr lang="en-US" sz="29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Sprint A</a:t>
            </a:r>
            <a:br>
              <a:rPr lang="en-US" sz="29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Modelação, Planeamento e</a:t>
            </a:r>
            <a:b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Estruturação Inicial do Sistema</a:t>
            </a:r>
            <a:endParaRPr lang="en-US" sz="2900" b="1" u="none" strike="noStrike" kern="1200" dirty="0">
              <a:solidFill>
                <a:schemeClr val="tx2"/>
              </a:solidFill>
              <a:effectLst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58" name="Picture 57"/>
          <p:cNvPicPr/>
          <p:nvPr/>
        </p:nvPicPr>
        <p:blipFill>
          <a:blip r:embed="rId2"/>
          <a:stretch/>
        </p:blipFill>
        <p:spPr>
          <a:xfrm>
            <a:off x="2713990" y="730295"/>
            <a:ext cx="3716020" cy="939213"/>
          </a:xfrm>
          <a:prstGeom prst="rect">
            <a:avLst/>
          </a:prstGeom>
          <a:noFill/>
        </p:spPr>
      </p:pic>
      <p:sp>
        <p:nvSpPr>
          <p:cNvPr id="59" name="TextBox 58"/>
          <p:cNvSpPr txBox="1"/>
          <p:nvPr/>
        </p:nvSpPr>
        <p:spPr>
          <a:xfrm>
            <a:off x="61463" y="5841951"/>
            <a:ext cx="2414491" cy="599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marR="0" lvl="0" indent="-228600" defTabSz="914400" fontAlgn="auto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José Ferreira  2024128</a:t>
            </a:r>
          </a:p>
          <a:p>
            <a:pPr marL="0" marR="0" lvl="0" indent="-228600" defTabSz="914400" fontAlgn="auto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João Ventura 2024064</a:t>
            </a:r>
            <a:endParaRPr kumimoji="0" lang="en-US" sz="1600" b="0" i="0" u="none" strike="noStrike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A77704-8CCE-562B-8AB3-3037FC5ABD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2FE01378-CC15-4D8B-8204-B1AE78DF40D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5CD3BF-BCF6-BF72-25C8-BA19ABF90339}"/>
              </a:ext>
            </a:extLst>
          </p:cNvPr>
          <p:cNvSpPr txBox="1"/>
          <p:nvPr/>
        </p:nvSpPr>
        <p:spPr>
          <a:xfrm>
            <a:off x="1679229" y="1881226"/>
            <a:ext cx="59405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pt-PT" sz="2400" b="1" dirty="0">
              <a:solidFill>
                <a:srgbClr val="002060"/>
              </a:solidFill>
            </a:endParaRPr>
          </a:p>
          <a:p>
            <a:pPr algn="ctr"/>
            <a:r>
              <a:rPr lang="pt-PT" sz="2400" b="1" dirty="0">
                <a:solidFill>
                  <a:srgbClr val="002060"/>
                </a:solidFill>
              </a:rPr>
              <a:t>Simulador Epidémico Interativo de Observação Sistémica</a:t>
            </a:r>
          </a:p>
          <a:p>
            <a:pPr algn="ctr"/>
            <a:br>
              <a:rPr lang="pt-PT" dirty="0"/>
            </a:br>
            <a:endParaRPr lang="pt-P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979" y="312986"/>
            <a:ext cx="8229600" cy="1143000"/>
          </a:xfrm>
        </p:spPr>
        <p:txBody>
          <a:bodyPr/>
          <a:lstStyle/>
          <a:p>
            <a:r>
              <a:rPr lang="pt-PT" dirty="0">
                <a:solidFill>
                  <a:schemeClr val="tx2"/>
                </a:solidFill>
              </a:rPr>
              <a:t>Objetivos Sprint A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CA180C86-15B5-981D-33B8-6E2639FA91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9611115"/>
              </p:ext>
            </p:extLst>
          </p:nvPr>
        </p:nvGraphicFramePr>
        <p:xfrm>
          <a:off x="457200" y="1569517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B8582-3389-2628-AE7D-7F483BC6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DADA1A-1A49-0DF5-43B7-41352C895B6E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r>
              <a:rPr lang="pt-PT" sz="3500" dirty="0">
                <a:solidFill>
                  <a:srgbClr val="FFFFFF"/>
                </a:solidFill>
              </a:rPr>
              <a:t>US_A001 Requisitos (FURPS+)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lang="pt-PT" sz="1700" dirty="0" err="1">
                <a:solidFill>
                  <a:schemeClr val="tx2"/>
                </a:solidFill>
              </a:rPr>
              <a:t>Functionality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 err="1">
                <a:solidFill>
                  <a:schemeClr val="tx2"/>
                </a:solidFill>
              </a:rPr>
              <a:t>Usability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 err="1">
                <a:solidFill>
                  <a:schemeClr val="tx2"/>
                </a:solidFill>
              </a:rPr>
              <a:t>Reliability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>
                <a:solidFill>
                  <a:schemeClr val="tx2"/>
                </a:solidFill>
              </a:rPr>
              <a:t>Performance</a:t>
            </a:r>
          </a:p>
          <a:p>
            <a:r>
              <a:rPr lang="pt-PT" sz="1700" dirty="0" err="1">
                <a:solidFill>
                  <a:schemeClr val="tx2"/>
                </a:solidFill>
              </a:rPr>
              <a:t>Supportability</a:t>
            </a:r>
            <a:endParaRPr lang="pt-PT" sz="17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>
                <a:solidFill>
                  <a:schemeClr val="tx2"/>
                </a:solidFill>
              </a:rPr>
              <a:t>+ Segurança, Histórico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08246-9ED7-2969-2C62-4A808D3F9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1444E8-7E5E-87A4-7DD9-760C4D72012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F6E3D5-B525-1B59-9ED1-970EF36C72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36" r="300" b="1301"/>
          <a:stretch>
            <a:fillRect/>
          </a:stretch>
        </p:blipFill>
        <p:spPr>
          <a:xfrm>
            <a:off x="3035060" y="838200"/>
            <a:ext cx="6084000" cy="51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US_A002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Diagrama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Use Cases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42B482E-2076-BADC-DC6B-BA70F3CD3A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5976" y="467208"/>
            <a:ext cx="4961000" cy="59235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B97F2-4F63-AF86-8BB1-0AEA7B68F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4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5D0214-BB1B-FDFF-2FA8-00F7E62A42B1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US_A005 – Cenário de Sucesso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97D27-9973-EA27-FA3D-2749D2EC7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19BDD062-E420-9513-5551-941B701490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1074133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DA0E882-8CC2-B090-9D16-F25CB5D8BB50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82251-1C06-118D-F3E9-C88E735BA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CB29C07-B5E5-F5CC-523B-88F2E7304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D4380C6-82CC-9E78-ABCE-41D24FFC0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B68497-4C39-EAEB-A6E0-104C2C591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389291B-8D91-F3FB-DACA-4749F2D49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DA12DAC-C4DB-3D94-E02E-AD6743E58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30569F-B1F3-3422-2C79-4BD6C5C92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1300069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pt-PT" sz="3500" dirty="0">
                <a:solidFill>
                  <a:srgbClr val="FFFFFF"/>
                </a:solidFill>
              </a:rPr>
              <a:t>US_A008 </a:t>
            </a:r>
            <a:r>
              <a:rPr lang="pt-PT" sz="3200" dirty="0">
                <a:solidFill>
                  <a:srgbClr val="FFFFFF"/>
                </a:solidFill>
              </a:rPr>
              <a:t>Fluxograma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C1007-AE9C-E3A9-D925-CBF618DE5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6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BE7AA3-9F2E-1FC2-22FD-F3F02CBFD65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pic>
        <p:nvPicPr>
          <p:cNvPr id="5" name="Picture 4" descr="A screenshot of a flowchart&#10;&#10;AI-generated content may be incorrect.">
            <a:extLst>
              <a:ext uri="{FF2B5EF4-FFF2-40B4-BE49-F238E27FC236}">
                <a16:creationId xmlns:a16="http://schemas.microsoft.com/office/drawing/2014/main" id="{F0CBFA6D-BDFA-2026-3B62-6980E74BB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954" y="182897"/>
            <a:ext cx="6403307" cy="6320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3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US_A006 – GitHub Repo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15F81-A8FF-8C7E-5A52-3D9C729D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673FB32A-B786-D390-2B69-80A5AAC52D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202456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B040555-3E28-FD49-3E78-C4507C9AF813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US_A003 Modelo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Relacional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21C91D-FEA7-3A24-E824-242580610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821" y="656974"/>
            <a:ext cx="5419311" cy="554405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DB897-DACE-6FA4-F8F7-A20D5659D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8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A68C68-4100-04CE-653C-04A6F389AF5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77F01-4A11-9647-13B8-C4EF0A0D5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CB3C8196-59B8-E92D-280E-CEFA0158A3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DA4024B-1636-1C0D-7B88-7D1220D8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A50A32-9680-B86E-475D-330B7A8A22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CDCC023-4AD3-3DC8-8DE2-880EEB369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EFCB0B8-A7C9-FC68-696E-A02F71A7B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40D77-E363-65AE-A0AA-4E2539FF1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dirty="0">
                <a:solidFill>
                  <a:srgbClr val="FFFFFF"/>
                </a:solidFill>
              </a:rPr>
              <a:t>US_A004 Modelo de </a:t>
            </a:r>
            <a:r>
              <a:rPr lang="en-US" sz="3500" dirty="0" err="1">
                <a:solidFill>
                  <a:srgbClr val="FFFFFF"/>
                </a:solidFill>
              </a:rPr>
              <a:t>Domínio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B5AA7-1389-6679-8E8A-0700DC97B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9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D2651D-AC16-7BA5-B225-BB407852694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7C18DD6-B2FA-8B03-FA56-5198DF40C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114"/>
          <a:stretch>
            <a:fillRect/>
          </a:stretch>
        </p:blipFill>
        <p:spPr>
          <a:xfrm>
            <a:off x="3030556" y="1"/>
            <a:ext cx="6114355" cy="63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767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8484204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US_A007 –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Dicionário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Dados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5BFE4A-8735-806B-77E7-9B04F7333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2482621"/>
            <a:ext cx="8495662" cy="341950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6F218-FA95-5D58-7346-631DA3CB7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10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A702AD-FC9E-06A7-85F3-B76A18FB003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174</Words>
  <Application>Microsoft Office PowerPoint</Application>
  <PresentationFormat>On-screen Show (4:3)</PresentationFormat>
  <Paragraphs>50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Times New Roman</vt:lpstr>
      <vt:lpstr>Office Theme</vt:lpstr>
      <vt:lpstr>Sprint A Modelação, Planeamento e Estruturação Inicial do Sistema</vt:lpstr>
      <vt:lpstr>Objetivos Sprint A</vt:lpstr>
      <vt:lpstr>US_A001 Requisitos (FURPS+)</vt:lpstr>
      <vt:lpstr>US_A002 Diagrama de Use Cases</vt:lpstr>
      <vt:lpstr>US_A005 – Cenário de Sucesso</vt:lpstr>
      <vt:lpstr>US_A008 Fluxograma</vt:lpstr>
      <vt:lpstr>US_A006 – GitHub Repo</vt:lpstr>
      <vt:lpstr>US_A003 Modelo Relacional</vt:lpstr>
      <vt:lpstr>US_A004 Modelo de Domínio</vt:lpstr>
      <vt:lpstr>US_A007 – Dicionário de Dados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João Francisco Ventura</cp:lastModifiedBy>
  <cp:revision>7</cp:revision>
  <dcterms:created xsi:type="dcterms:W3CDTF">2013-01-27T09:14:16Z</dcterms:created>
  <dcterms:modified xsi:type="dcterms:W3CDTF">2025-11-28T21:56:19Z</dcterms:modified>
  <cp:category/>
</cp:coreProperties>
</file>